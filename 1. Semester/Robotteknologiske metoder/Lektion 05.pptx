
<file path=[Content_Types].xml><?xml version="1.0" encoding="utf-8"?>
<Types xmlns="http://schemas.openxmlformats.org/package/2006/content-types">
  <Default Extension="bin" ContentType="image/x-emf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5"/>
  </p:sldMasterIdLst>
  <p:notesMasterIdLst>
    <p:notesMasterId r:id="rId11"/>
  </p:notesMasterIdLst>
  <p:sldIdLst>
    <p:sldId id="257" r:id="rId6"/>
    <p:sldId id="266" r:id="rId7"/>
    <p:sldId id="268" r:id="rId8"/>
    <p:sldId id="265" r:id="rId9"/>
    <p:sldId id="26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4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emlayout 2 - Markerin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67" autoAdjust="0"/>
    <p:restoredTop sz="94662" autoAdjust="0"/>
  </p:normalViewPr>
  <p:slideViewPr>
    <p:cSldViewPr snapToGrid="0" showGuides="1">
      <p:cViewPr varScale="1">
        <p:scale>
          <a:sx n="71" d="100"/>
          <a:sy n="71" d="100"/>
        </p:scale>
        <p:origin x="82" y="451"/>
      </p:cViewPr>
      <p:guideLst>
        <p:guide orient="horz" pos="64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5" Type="http://schemas.openxmlformats.org/officeDocument/2006/relationships/slideMaster" Target="slideMasters/slideMaster1.xml"/><Relationship Id="rId15" Type="http://schemas.openxmlformats.org/officeDocument/2006/relationships/tableStyles" Target="tableStyles.xml"/><Relationship Id="rId10" Type="http://schemas.openxmlformats.org/officeDocument/2006/relationships/slide" Target="slides/slide5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CD72A38B-F9FA-4036-A084-652409E98F08}" type="datetimeFigureOut">
              <a:rPr lang="en-GB"/>
              <a:pPr/>
              <a:t>01/10/2024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49436F85-577F-4A92-A47F-D540A2BCC821}" type="slidenum">
              <a:rPr lang="en-GB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78091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ort for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BBCAF46D-9983-4AEE-9B8A-24654CDEDDB0}"/>
              </a:ext>
            </a:extLst>
          </p:cNvPr>
          <p:cNvSpPr/>
          <p:nvPr userDrawn="1"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/>
            <a:endParaRPr lang="da-DK" sz="1600" dirty="0" err="1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49384" y="1760373"/>
            <a:ext cx="10069011" cy="4070408"/>
          </a:xfrm>
        </p:spPr>
        <p:txBody>
          <a:bodyPr anchor="t" anchorCtr="0"/>
          <a:lstStyle>
            <a:lvl1pPr algn="l">
              <a:lnSpc>
                <a:spcPct val="90000"/>
              </a:lnSpc>
              <a:defRPr sz="94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Klik for at tilføje overskrift</a:t>
            </a:r>
            <a:endParaRPr lang="da-DK"/>
          </a:p>
        </p:txBody>
      </p:sp>
      <p:sp>
        <p:nvSpPr>
          <p:cNvPr id="19" name="text" descr="{&quot;templafy&quot;:{&quot;id&quot;:&quot;3205a1c5-cf10-4945-9db2-f523c9bea0c2&quot;}}" title="UserProfile.Institut.InstituteDCU_{{DocumentLanguage}}">
            <a:extLst>
              <a:ext uri="{FF2B5EF4-FFF2-40B4-BE49-F238E27FC236}">
                <a16:creationId xmlns:a16="http://schemas.microsoft.com/office/drawing/2014/main" id="{610DD8E7-635C-4517-8E21-65C3CB025FFE}"/>
              </a:ext>
            </a:extLst>
          </p:cNvPr>
          <p:cNvSpPr txBox="1">
            <a:spLocks/>
          </p:cNvSpPr>
          <p:nvPr userDrawn="1"/>
        </p:nvSpPr>
        <p:spPr>
          <a:xfrm>
            <a:off x="411163" y="450893"/>
            <a:ext cx="5684837" cy="284778"/>
          </a:xfrm>
          <a:prstGeom prst="rect">
            <a:avLst/>
          </a:prstGeom>
          <a:noFill/>
        </p:spPr>
        <p:txBody>
          <a:bodyPr wrap="square" lIns="10800" tIns="0" rIns="0" bIns="9000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dirty="0">
                <a:solidFill>
                  <a:schemeClr val="bg1"/>
                </a:solidFill>
              </a:rPr>
              <a:t>SDU Robotics</a:t>
            </a:r>
          </a:p>
        </p:txBody>
      </p:sp>
      <p:pic>
        <p:nvPicPr>
          <p:cNvPr id="7" name="Logo black">
            <a:extLst>
              <a:ext uri="{FF2B5EF4-FFF2-40B4-BE49-F238E27FC236}">
                <a16:creationId xmlns:a16="http://schemas.microsoft.com/office/drawing/2014/main" id="{E6E48129-FB3C-4F39-A5A1-63313B41D3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200" y="6296400"/>
            <a:ext cx="786874" cy="212400"/>
          </a:xfrm>
          <a:prstGeom prst="rect">
            <a:avLst/>
          </a:prstGeom>
        </p:spPr>
      </p:pic>
      <p:sp>
        <p:nvSpPr>
          <p:cNvPr id="20" name="sdu.dk">
            <a:extLst>
              <a:ext uri="{FF2B5EF4-FFF2-40B4-BE49-F238E27FC236}">
                <a16:creationId xmlns:a16="http://schemas.microsoft.com/office/drawing/2014/main" id="{4B84D86E-3D20-4505-8DAD-8EB1F3E63B0A}"/>
              </a:ext>
            </a:extLst>
          </p:cNvPr>
          <p:cNvSpPr/>
          <p:nvPr userDrawn="1"/>
        </p:nvSpPr>
        <p:spPr>
          <a:xfrm rot="5400000">
            <a:off x="11480800" y="721379"/>
            <a:ext cx="914400" cy="3765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 anchorCtr="0"/>
          <a:lstStyle/>
          <a:p>
            <a:pPr algn="l"/>
            <a:r>
              <a:rPr lang="da-DK" sz="1100" b="1" noProof="1">
                <a:solidFill>
                  <a:schemeClr val="bg1"/>
                </a:solidFill>
              </a:rPr>
              <a:t>sdu.dk</a:t>
            </a:r>
            <a:endParaRPr lang="da-DK"/>
          </a:p>
        </p:txBody>
      </p:sp>
      <p:sp>
        <p:nvSpPr>
          <p:cNvPr id="21" name="#sdudk">
            <a:extLst>
              <a:ext uri="{FF2B5EF4-FFF2-40B4-BE49-F238E27FC236}">
                <a16:creationId xmlns:a16="http://schemas.microsoft.com/office/drawing/2014/main" id="{B58A6A9A-5E98-43AC-8CA5-F6C4B0573364}"/>
              </a:ext>
            </a:extLst>
          </p:cNvPr>
          <p:cNvSpPr/>
          <p:nvPr userDrawn="1"/>
        </p:nvSpPr>
        <p:spPr>
          <a:xfrm rot="5400000">
            <a:off x="11482792" y="2027544"/>
            <a:ext cx="914400" cy="3765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 anchorCtr="0"/>
          <a:lstStyle/>
          <a:p>
            <a:pPr algn="l"/>
            <a:r>
              <a:rPr lang="da-DK" sz="1100" b="1" noProof="1">
                <a:solidFill>
                  <a:schemeClr val="bg1"/>
                </a:solidFill>
              </a:rPr>
              <a:t>#sdudk</a:t>
            </a:r>
            <a:endParaRPr lang="da-DK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C739632-1CD3-47C1-98D9-4B1B2253C7C9}"/>
              </a:ext>
            </a:extLst>
          </p:cNvPr>
          <p:cNvCxnSpPr>
            <a:cxnSpLocks/>
          </p:cNvCxnSpPr>
          <p:nvPr userDrawn="1"/>
        </p:nvCxnSpPr>
        <p:spPr>
          <a:xfrm>
            <a:off x="410400" y="715665"/>
            <a:ext cx="699211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Date Placeholder 14">
            <a:extLst>
              <a:ext uri="{FF2B5EF4-FFF2-40B4-BE49-F238E27FC236}">
                <a16:creationId xmlns:a16="http://schemas.microsoft.com/office/drawing/2014/main" id="{D4E1389B-CA3B-4709-956D-F396D960BB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</a:defRPr>
            </a:lvl1pPr>
          </a:lstStyle>
          <a:p>
            <a:fld id="{F1A13B18-F5ED-4611-8DBB-F05123AFBA22}" type="datetimeFigureOut">
              <a:rPr lang="da-DK" smtClean="0"/>
              <a:pPr/>
              <a:t>01-10-2024</a:t>
            </a:fld>
            <a:endParaRPr lang="da-DK" dirty="0"/>
          </a:p>
        </p:txBody>
      </p:sp>
      <p:sp>
        <p:nvSpPr>
          <p:cNvPr id="14" name="Date Placeholder 14">
            <a:extLst>
              <a:ext uri="{FF2B5EF4-FFF2-40B4-BE49-F238E27FC236}">
                <a16:creationId xmlns:a16="http://schemas.microsoft.com/office/drawing/2014/main" id="{8A94F1C1-AE36-4BBA-B958-8FC614A9472A}"/>
              </a:ext>
            </a:extLst>
          </p:cNvPr>
          <p:cNvSpPr txBox="1">
            <a:spLocks/>
          </p:cNvSpPr>
          <p:nvPr userDrawn="1"/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00" kern="1200">
                <a:noFill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A13B18-F5ED-4611-8DBB-F05123AFBA22}" type="datetimeFigureOut">
              <a:rPr lang="da-DK" smtClean="0"/>
              <a:pPr/>
              <a:t>01-10-2024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0675258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vid for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49384" y="1760373"/>
            <a:ext cx="10069011" cy="4070408"/>
          </a:xfrm>
        </p:spPr>
        <p:txBody>
          <a:bodyPr anchor="t" anchorCtr="0"/>
          <a:lstStyle>
            <a:lvl1pPr algn="l">
              <a:lnSpc>
                <a:spcPct val="90000"/>
              </a:lnSpc>
              <a:defRPr sz="940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overskrift</a:t>
            </a:r>
            <a:endParaRPr lang="da-DK"/>
          </a:p>
        </p:txBody>
      </p:sp>
      <p:sp>
        <p:nvSpPr>
          <p:cNvPr id="13" name="Date Placeholder 14">
            <a:extLst>
              <a:ext uri="{FF2B5EF4-FFF2-40B4-BE49-F238E27FC236}">
                <a16:creationId xmlns:a16="http://schemas.microsoft.com/office/drawing/2014/main" id="{5161ABAB-6DB4-433A-ACC8-A0EC0AACAD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</a:defRPr>
            </a:lvl1pPr>
          </a:lstStyle>
          <a:p>
            <a:fld id="{F1A13B18-F5ED-4611-8DBB-F05123AFBA22}" type="datetimeFigureOut">
              <a:rPr lang="da-DK" smtClean="0"/>
              <a:pPr/>
              <a:t>01-10-2024</a:t>
            </a:fld>
            <a:endParaRPr lang="da-DK" dirty="0"/>
          </a:p>
        </p:txBody>
      </p:sp>
      <p:sp>
        <p:nvSpPr>
          <p:cNvPr id="14" name="Date Placeholder 14">
            <a:extLst>
              <a:ext uri="{FF2B5EF4-FFF2-40B4-BE49-F238E27FC236}">
                <a16:creationId xmlns:a16="http://schemas.microsoft.com/office/drawing/2014/main" id="{BC3A8B03-9EA5-416E-BD54-B87E6C4A6781}"/>
              </a:ext>
            </a:extLst>
          </p:cNvPr>
          <p:cNvSpPr txBox="1">
            <a:spLocks/>
          </p:cNvSpPr>
          <p:nvPr userDrawn="1"/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00" kern="1200">
                <a:noFill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A13B18-F5ED-4611-8DBB-F05123AFBA22}" type="datetimeFigureOut">
              <a:rPr lang="da-DK" smtClean="0"/>
              <a:pPr/>
              <a:t>01-10-2024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190335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reaker 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BAC5FF5C-5A1F-4EF8-85A8-E1370E4FA7C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415848" y="1000443"/>
            <a:ext cx="4951428" cy="4841557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da-DK" dirty="0"/>
              <a:t>Vælg pladsholderen og indsæt billede via Templafy/Skyfish eller ikon eller logo via Templafy/Billeder</a:t>
            </a:r>
            <a:endParaRPr lang="da-DK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14697" y="1700212"/>
            <a:ext cx="5367600" cy="4141787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440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overskrift</a:t>
            </a:r>
            <a:endParaRPr lang="da-DK"/>
          </a:p>
        </p:txBody>
      </p:sp>
      <p:sp>
        <p:nvSpPr>
          <p:cNvPr id="19" name="text" descr="{&quot;templafy&quot;:{&quot;id&quot;:&quot;9d573fd4-cf4b-479d-893a-9bcbbae12655&quot;}}" title="UserProfile.Institut.InstituteDCU_{{DocumentLanguage}}">
            <a:extLst>
              <a:ext uri="{FF2B5EF4-FFF2-40B4-BE49-F238E27FC236}">
                <a16:creationId xmlns:a16="http://schemas.microsoft.com/office/drawing/2014/main" id="{610DD8E7-635C-4517-8E21-65C3CB025FFE}"/>
              </a:ext>
            </a:extLst>
          </p:cNvPr>
          <p:cNvSpPr txBox="1">
            <a:spLocks/>
          </p:cNvSpPr>
          <p:nvPr userDrawn="1"/>
        </p:nvSpPr>
        <p:spPr>
          <a:xfrm>
            <a:off x="411163" y="450893"/>
            <a:ext cx="5684837" cy="284778"/>
          </a:xfrm>
          <a:prstGeom prst="rect">
            <a:avLst/>
          </a:prstGeom>
          <a:noFill/>
        </p:spPr>
        <p:txBody>
          <a:bodyPr wrap="square" lIns="10800" tIns="0" rIns="0" bIns="90000" anchor="b" anchorCtr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dirty="0"/>
              <a:t>SDU Robotics</a:t>
            </a:r>
          </a:p>
        </p:txBody>
      </p:sp>
      <p:sp>
        <p:nvSpPr>
          <p:cNvPr id="20" name="sdu.dk">
            <a:extLst>
              <a:ext uri="{FF2B5EF4-FFF2-40B4-BE49-F238E27FC236}">
                <a16:creationId xmlns:a16="http://schemas.microsoft.com/office/drawing/2014/main" id="{4B84D86E-3D20-4505-8DAD-8EB1F3E63B0A}"/>
              </a:ext>
            </a:extLst>
          </p:cNvPr>
          <p:cNvSpPr/>
          <p:nvPr userDrawn="1"/>
        </p:nvSpPr>
        <p:spPr>
          <a:xfrm rot="5400000">
            <a:off x="11480800" y="721379"/>
            <a:ext cx="914400" cy="3765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 anchorCtr="0"/>
          <a:lstStyle/>
          <a:p>
            <a:pPr algn="l"/>
            <a:r>
              <a:rPr lang="da-DK" sz="1100" b="1" noProof="1">
                <a:solidFill>
                  <a:schemeClr val="tx1"/>
                </a:solidFill>
              </a:rPr>
              <a:t>sdu.dk</a:t>
            </a:r>
            <a:endParaRPr lang="da-DK"/>
          </a:p>
        </p:txBody>
      </p:sp>
      <p:sp>
        <p:nvSpPr>
          <p:cNvPr id="21" name="#sdudk">
            <a:extLst>
              <a:ext uri="{FF2B5EF4-FFF2-40B4-BE49-F238E27FC236}">
                <a16:creationId xmlns:a16="http://schemas.microsoft.com/office/drawing/2014/main" id="{B58A6A9A-5E98-43AC-8CA5-F6C4B0573364}"/>
              </a:ext>
            </a:extLst>
          </p:cNvPr>
          <p:cNvSpPr/>
          <p:nvPr userDrawn="1"/>
        </p:nvSpPr>
        <p:spPr>
          <a:xfrm rot="5400000">
            <a:off x="11482792" y="2027544"/>
            <a:ext cx="914400" cy="3765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 anchorCtr="0"/>
          <a:lstStyle/>
          <a:p>
            <a:pPr algn="l"/>
            <a:r>
              <a:rPr lang="da-DK" sz="1100" b="1" noProof="1">
                <a:solidFill>
                  <a:schemeClr val="tx1"/>
                </a:solidFill>
              </a:rPr>
              <a:t>#sdudk</a:t>
            </a:r>
            <a:endParaRPr lang="da-DK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FBD90C-157B-45E5-8A90-9560C86CAB4C}"/>
              </a:ext>
            </a:extLst>
          </p:cNvPr>
          <p:cNvCxnSpPr>
            <a:cxnSpLocks/>
          </p:cNvCxnSpPr>
          <p:nvPr userDrawn="1"/>
        </p:nvCxnSpPr>
        <p:spPr>
          <a:xfrm>
            <a:off x="410400" y="715665"/>
            <a:ext cx="6992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Logo black">
            <a:extLst>
              <a:ext uri="{FF2B5EF4-FFF2-40B4-BE49-F238E27FC236}">
                <a16:creationId xmlns:a16="http://schemas.microsoft.com/office/drawing/2014/main" id="{8790A71A-B09B-4B5F-9D31-846A17201C9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346" y="6294893"/>
            <a:ext cx="784800" cy="211840"/>
          </a:xfrm>
          <a:prstGeom prst="rect">
            <a:avLst/>
          </a:prstGeom>
        </p:spPr>
      </p:pic>
      <p:sp>
        <p:nvSpPr>
          <p:cNvPr id="17" name="Date Placeholder 14">
            <a:extLst>
              <a:ext uri="{FF2B5EF4-FFF2-40B4-BE49-F238E27FC236}">
                <a16:creationId xmlns:a16="http://schemas.microsoft.com/office/drawing/2014/main" id="{D63CFED0-47FC-4852-81C1-6B705FD6417D}"/>
              </a:ext>
            </a:extLst>
          </p:cNvPr>
          <p:cNvSpPr txBox="1">
            <a:spLocks/>
          </p:cNvSpPr>
          <p:nvPr userDrawn="1"/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00" kern="1200">
                <a:noFill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A13B18-F5ED-4611-8DBB-F05123AFBA22}" type="datetimeFigureOut">
              <a:rPr lang="da-DK" smtClean="0"/>
              <a:pPr/>
              <a:t>01-10-2024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2565F4-7FB3-4F2B-AED8-4859D42935AE}"/>
              </a:ext>
            </a:extLst>
          </p:cNvPr>
          <p:cNvSpPr txBox="1"/>
          <p:nvPr userDrawn="1"/>
        </p:nvSpPr>
        <p:spPr>
          <a:xfrm>
            <a:off x="0" y="-349741"/>
            <a:ext cx="11457183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50" b="1" noProof="1"/>
              <a:t>Skift baggrundsfarve. </a:t>
            </a:r>
            <a:r>
              <a:rPr lang="da-DK" sz="1050" noProof="1"/>
              <a:t>Højreklik på slidet og vælg </a:t>
            </a:r>
            <a:r>
              <a:rPr lang="da-DK" sz="1050" b="1" noProof="1"/>
              <a:t>Formatér baggrund</a:t>
            </a:r>
            <a:r>
              <a:rPr lang="da-DK" sz="1050" noProof="1"/>
              <a:t>. Klik på </a:t>
            </a:r>
            <a:r>
              <a:rPr lang="da-DK" sz="1050" b="1" noProof="1"/>
              <a:t>Fyld farve </a:t>
            </a:r>
            <a:r>
              <a:rPr lang="da-DK" sz="1050" noProof="1"/>
              <a:t>i Formater baggrund vinduet og vælg farve fra øverste række i SDU’s farve palette eller fra den brugerdefinerede farvepalette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409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14697" y="1700212"/>
            <a:ext cx="5367600" cy="4141787"/>
          </a:xfrm>
        </p:spPr>
        <p:txBody>
          <a:bodyPr anchor="b" anchorCtr="0"/>
          <a:lstStyle>
            <a:lvl1pPr algn="l">
              <a:lnSpc>
                <a:spcPct val="100000"/>
              </a:lnSpc>
              <a:defRPr sz="440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overskrift</a:t>
            </a:r>
            <a:endParaRPr lang="da-DK"/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A915360E-F247-49FB-821B-5399F132647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415848" y="1000443"/>
            <a:ext cx="4951428" cy="4841557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da-DK" dirty="0"/>
              <a:t>Vælg pladsholderen og indsæt billede via Templafy/Skyfish eller ikon eller logo via Templafy/Billeder</a:t>
            </a:r>
            <a:endParaRPr lang="da-DK"/>
          </a:p>
        </p:txBody>
      </p:sp>
      <p:sp>
        <p:nvSpPr>
          <p:cNvPr id="7" name="Date Placeholder 14">
            <a:extLst>
              <a:ext uri="{FF2B5EF4-FFF2-40B4-BE49-F238E27FC236}">
                <a16:creationId xmlns:a16="http://schemas.microsoft.com/office/drawing/2014/main" id="{FB068F22-0263-44BB-8333-C5643293F3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</a:defRPr>
            </a:lvl1pPr>
          </a:lstStyle>
          <a:p>
            <a:fld id="{F1A13B18-F5ED-4611-8DBB-F05123AFBA22}" type="datetimeFigureOut">
              <a:rPr lang="da-DK" smtClean="0"/>
              <a:pPr/>
              <a:t>01-10-2024</a:t>
            </a:fld>
            <a:endParaRPr lang="da-DK" dirty="0"/>
          </a:p>
        </p:txBody>
      </p:sp>
      <p:sp>
        <p:nvSpPr>
          <p:cNvPr id="8" name="Date Placeholder 14">
            <a:extLst>
              <a:ext uri="{FF2B5EF4-FFF2-40B4-BE49-F238E27FC236}">
                <a16:creationId xmlns:a16="http://schemas.microsoft.com/office/drawing/2014/main" id="{2D08A2CA-4B19-4B39-B540-F97244C446A4}"/>
              </a:ext>
            </a:extLst>
          </p:cNvPr>
          <p:cNvSpPr txBox="1">
            <a:spLocks/>
          </p:cNvSpPr>
          <p:nvPr userDrawn="1"/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00" kern="1200">
                <a:noFill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A13B18-F5ED-4611-8DBB-F05123AFBA22}" type="datetimeFigureOut">
              <a:rPr lang="da-DK" smtClean="0"/>
              <a:pPr/>
              <a:t>01-10-2024</a:t>
            </a:fld>
            <a:endParaRPr lang="da-DK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B9F81D-3EAD-42E8-88EC-432C25D7A8F9}"/>
              </a:ext>
            </a:extLst>
          </p:cNvPr>
          <p:cNvSpPr txBox="1"/>
          <p:nvPr userDrawn="1"/>
        </p:nvSpPr>
        <p:spPr>
          <a:xfrm>
            <a:off x="0" y="-349741"/>
            <a:ext cx="11457183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50" b="1" noProof="1"/>
              <a:t>Skift baggrundsfarve. </a:t>
            </a:r>
            <a:r>
              <a:rPr lang="da-DK" sz="1050" noProof="1"/>
              <a:t>Højreklik på slidet og vælg </a:t>
            </a:r>
            <a:r>
              <a:rPr lang="da-DK" sz="1050" b="1" noProof="1"/>
              <a:t>Formatér baggrund</a:t>
            </a:r>
            <a:r>
              <a:rPr lang="da-DK" sz="1050" noProof="1"/>
              <a:t>. Klik på </a:t>
            </a:r>
            <a:r>
              <a:rPr lang="da-DK" sz="1050" b="1" noProof="1"/>
              <a:t>Fyld farve </a:t>
            </a:r>
            <a:r>
              <a:rPr lang="da-DK" sz="1050" noProof="1"/>
              <a:t>i Formater baggrund vinduet og vælg farve fra øverste række i SDU’s farve palette eller fra den brugerdefinerede farvepalette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5500346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skrift og indhold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14697" y="1700212"/>
            <a:ext cx="5367600" cy="4141787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60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overskrift</a:t>
            </a:r>
            <a:endParaRPr lang="da-DK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9D41ADC-5992-4476-8E55-8A709AA1B4B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73356" y="1700212"/>
            <a:ext cx="4693920" cy="414178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a-DK" dirty="0"/>
              <a:t>Klik for at tilføje tekst, klik ikon for at tilføje graf/tabel</a:t>
            </a:r>
            <a:endParaRPr lang="da-DK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10" name="Date Placeholder 14">
            <a:extLst>
              <a:ext uri="{FF2B5EF4-FFF2-40B4-BE49-F238E27FC236}">
                <a16:creationId xmlns:a16="http://schemas.microsoft.com/office/drawing/2014/main" id="{BBCDE8CE-8147-4B12-B358-7B7ACA92FF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</a:defRPr>
            </a:lvl1pPr>
          </a:lstStyle>
          <a:p>
            <a:fld id="{F1A13B18-F5ED-4611-8DBB-F05123AFBA22}" type="datetimeFigureOut">
              <a:rPr lang="da-DK" smtClean="0"/>
              <a:pPr/>
              <a:t>01-10-2024</a:t>
            </a:fld>
            <a:endParaRPr lang="da-DK" dirty="0"/>
          </a:p>
        </p:txBody>
      </p:sp>
      <p:sp>
        <p:nvSpPr>
          <p:cNvPr id="11" name="Date Placeholder 14">
            <a:extLst>
              <a:ext uri="{FF2B5EF4-FFF2-40B4-BE49-F238E27FC236}">
                <a16:creationId xmlns:a16="http://schemas.microsoft.com/office/drawing/2014/main" id="{7ACE2053-07AA-42FA-A789-E1430CAF7988}"/>
              </a:ext>
            </a:extLst>
          </p:cNvPr>
          <p:cNvSpPr txBox="1">
            <a:spLocks/>
          </p:cNvSpPr>
          <p:nvPr userDrawn="1"/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00" kern="1200">
                <a:noFill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A13B18-F5ED-4611-8DBB-F05123AFBA22}" type="datetimeFigureOut">
              <a:rPr lang="da-DK" smtClean="0"/>
              <a:pPr/>
              <a:t>01-10-2024</a:t>
            </a:fld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DCBB1C-1FE3-42F2-ACED-70B0664062B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45D37B1E-C366-494F-A587-962AD9AABC83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20968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skrift og indhold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C1A9A-6ADC-4F72-A312-ED1DBEF01B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0400" y="1028246"/>
            <a:ext cx="5366267" cy="1884283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Klik for at tilføje overskrift</a:t>
            </a:r>
            <a:endParaRPr lang="da-DK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256969-981A-4869-9324-B595DF89D12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156000" y="1028246"/>
            <a:ext cx="5216400" cy="4825354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a-DK" dirty="0"/>
              <a:t>Klik for at tilføje tekst, klik ikon for at tilføje graf/tabel</a:t>
            </a:r>
            <a:endParaRPr lang="da-DK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16" name="sdu.dk">
            <a:extLst>
              <a:ext uri="{FF2B5EF4-FFF2-40B4-BE49-F238E27FC236}">
                <a16:creationId xmlns:a16="http://schemas.microsoft.com/office/drawing/2014/main" id="{406E07B7-D9E4-488D-BA7B-56AC0D1DDD05}"/>
              </a:ext>
            </a:extLst>
          </p:cNvPr>
          <p:cNvSpPr/>
          <p:nvPr userDrawn="1"/>
        </p:nvSpPr>
        <p:spPr>
          <a:xfrm rot="5400000">
            <a:off x="11480800" y="721379"/>
            <a:ext cx="914400" cy="3765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 anchorCtr="0"/>
          <a:lstStyle/>
          <a:p>
            <a:pPr algn="l"/>
            <a:r>
              <a:rPr lang="da-DK" sz="1100" b="1" noProof="1">
                <a:solidFill>
                  <a:schemeClr val="tx1"/>
                </a:solidFill>
              </a:rPr>
              <a:t>sdu.dk</a:t>
            </a:r>
            <a:endParaRPr lang="da-DK"/>
          </a:p>
        </p:txBody>
      </p:sp>
      <p:sp>
        <p:nvSpPr>
          <p:cNvPr id="17" name="#sdudk">
            <a:extLst>
              <a:ext uri="{FF2B5EF4-FFF2-40B4-BE49-F238E27FC236}">
                <a16:creationId xmlns:a16="http://schemas.microsoft.com/office/drawing/2014/main" id="{CD1A1828-0ED2-4AFE-8C5E-683996CBAF9D}"/>
              </a:ext>
            </a:extLst>
          </p:cNvPr>
          <p:cNvSpPr/>
          <p:nvPr userDrawn="1"/>
        </p:nvSpPr>
        <p:spPr>
          <a:xfrm rot="5400000">
            <a:off x="11482792" y="2027544"/>
            <a:ext cx="914400" cy="3765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 anchorCtr="0"/>
          <a:lstStyle/>
          <a:p>
            <a:pPr algn="l"/>
            <a:r>
              <a:rPr lang="da-DK" sz="1100" b="1" noProof="1">
                <a:solidFill>
                  <a:schemeClr val="tx1"/>
                </a:solidFill>
              </a:rPr>
              <a:t>#sdudk</a:t>
            </a:r>
            <a:endParaRPr lang="da-DK"/>
          </a:p>
        </p:txBody>
      </p:sp>
      <p:sp>
        <p:nvSpPr>
          <p:cNvPr id="15" name="text" descr="{&quot;templafy&quot;:{&quot;id&quot;:&quot;ca95519b-f4ce-45f1-8791-07ae750c0375&quot;}}" title="UserProfile.Institut.InstituteDCU_{{DocumentLanguage}}">
            <a:extLst>
              <a:ext uri="{FF2B5EF4-FFF2-40B4-BE49-F238E27FC236}">
                <a16:creationId xmlns:a16="http://schemas.microsoft.com/office/drawing/2014/main" id="{964E632B-B9F2-4547-AC03-2C579124053E}"/>
              </a:ext>
            </a:extLst>
          </p:cNvPr>
          <p:cNvSpPr txBox="1">
            <a:spLocks/>
          </p:cNvSpPr>
          <p:nvPr userDrawn="1"/>
        </p:nvSpPr>
        <p:spPr>
          <a:xfrm>
            <a:off x="411163" y="450893"/>
            <a:ext cx="5684837" cy="284778"/>
          </a:xfrm>
          <a:prstGeom prst="rect">
            <a:avLst/>
          </a:prstGeom>
          <a:noFill/>
        </p:spPr>
        <p:txBody>
          <a:bodyPr wrap="square" lIns="10800" tIns="0" rIns="0" bIns="90000" anchor="b" anchorCtr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dirty="0"/>
              <a:t>SDU Robotics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D6B1FAA-D7ED-4C71-8DC4-E5439F01BCEB}"/>
              </a:ext>
            </a:extLst>
          </p:cNvPr>
          <p:cNvCxnSpPr>
            <a:cxnSpLocks/>
          </p:cNvCxnSpPr>
          <p:nvPr userDrawn="1"/>
        </p:nvCxnSpPr>
        <p:spPr>
          <a:xfrm>
            <a:off x="410400" y="715665"/>
            <a:ext cx="6992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Logo black">
            <a:extLst>
              <a:ext uri="{FF2B5EF4-FFF2-40B4-BE49-F238E27FC236}">
                <a16:creationId xmlns:a16="http://schemas.microsoft.com/office/drawing/2014/main" id="{CAAF367F-3818-457C-9EE1-320E9050AEB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346" y="6294893"/>
            <a:ext cx="784800" cy="211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F779A9-E4FE-4412-9D9E-BF5BF84D02AB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F1A13B18-F5ED-4611-8DBB-F05123AFBA22}" type="datetimeFigureOut">
              <a:rPr lang="da-DK" smtClean="0"/>
              <a:pPr/>
              <a:t>01-10-2024</a:t>
            </a:fld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5949DE-6D77-480D-A4A9-E2E53BE1CE8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45D37B1E-C366-494F-A587-962AD9AABC83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5150F5-CFA6-40F1-B2B7-79337C2232BB}"/>
              </a:ext>
            </a:extLst>
          </p:cNvPr>
          <p:cNvSpPr txBox="1"/>
          <p:nvPr userDrawn="1"/>
        </p:nvSpPr>
        <p:spPr>
          <a:xfrm>
            <a:off x="0" y="-349741"/>
            <a:ext cx="11457183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50" b="1" noProof="1"/>
              <a:t>Skift baggrundsfarve. </a:t>
            </a:r>
            <a:r>
              <a:rPr lang="da-DK" sz="1050" noProof="1"/>
              <a:t>Højreklik på slidet og vælg </a:t>
            </a:r>
            <a:r>
              <a:rPr lang="da-DK" sz="1050" b="1" noProof="1"/>
              <a:t>Formatér baggrund</a:t>
            </a:r>
            <a:r>
              <a:rPr lang="da-DK" sz="1050" noProof="1"/>
              <a:t>. Klik på </a:t>
            </a:r>
            <a:r>
              <a:rPr lang="da-DK" sz="1050" b="1" noProof="1"/>
              <a:t>Fyld farve </a:t>
            </a:r>
            <a:r>
              <a:rPr lang="da-DK" sz="1050" noProof="1"/>
              <a:t>i Formater baggrund vinduet og vælg farve fra øverste række i SDU’s farve palette eller fra den brugerdefinerede farvepalette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177179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skrift og indhold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14696" y="999173"/>
            <a:ext cx="10952579" cy="70104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60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overskrift</a:t>
            </a:r>
            <a:endParaRPr lang="da-DK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9D41ADC-5992-4476-8E55-8A709AA1B4B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4696" y="1989138"/>
            <a:ext cx="10952580" cy="3852862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a-DK" dirty="0"/>
              <a:t>Klik for at tilføje tekst, klik ikon for at tilføje graf/tabel</a:t>
            </a:r>
            <a:endParaRPr lang="da-DK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10" name="Date Placeholder 14">
            <a:extLst>
              <a:ext uri="{FF2B5EF4-FFF2-40B4-BE49-F238E27FC236}">
                <a16:creationId xmlns:a16="http://schemas.microsoft.com/office/drawing/2014/main" id="{BBCDE8CE-8147-4B12-B358-7B7ACA92FF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</a:defRPr>
            </a:lvl1pPr>
          </a:lstStyle>
          <a:p>
            <a:fld id="{F1A13B18-F5ED-4611-8DBB-F05123AFBA22}" type="datetimeFigureOut">
              <a:rPr lang="da-DK" smtClean="0"/>
              <a:pPr/>
              <a:t>01-10-2024</a:t>
            </a:fld>
            <a:endParaRPr lang="da-DK" dirty="0"/>
          </a:p>
        </p:txBody>
      </p:sp>
      <p:sp>
        <p:nvSpPr>
          <p:cNvPr id="11" name="Date Placeholder 14">
            <a:extLst>
              <a:ext uri="{FF2B5EF4-FFF2-40B4-BE49-F238E27FC236}">
                <a16:creationId xmlns:a16="http://schemas.microsoft.com/office/drawing/2014/main" id="{7ACE2053-07AA-42FA-A789-E1430CAF7988}"/>
              </a:ext>
            </a:extLst>
          </p:cNvPr>
          <p:cNvSpPr txBox="1">
            <a:spLocks/>
          </p:cNvSpPr>
          <p:nvPr userDrawn="1"/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00" kern="1200">
                <a:noFill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A13B18-F5ED-4611-8DBB-F05123AFBA22}" type="datetimeFigureOut">
              <a:rPr lang="da-DK" smtClean="0"/>
              <a:pPr/>
              <a:t>01-10-2024</a:t>
            </a:fld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DCBB1C-1FE3-42F2-ACED-70B0664062B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45D37B1E-C366-494F-A587-962AD9AABC83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5013954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dhold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692202" y="1006605"/>
            <a:ext cx="4680000" cy="193833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60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overskrift</a:t>
            </a:r>
            <a:endParaRPr lang="da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B99C08-64C3-4ADA-9CD2-FBE2ED8551F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92202" y="3387600"/>
            <a:ext cx="4680000" cy="246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a-DK" dirty="0"/>
              <a:t>Klik for at tilføje tekst</a:t>
            </a:r>
            <a:endParaRPr lang="da-DK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19" name="text" descr="{&quot;templafy&quot;:{&quot;id&quot;:&quot;d5dfd6e3-85e8-4de8-9bfd-389d277af4bc&quot;}}" title="UserProfile.Institut.InstituteDCU_{{DocumentLanguage}}">
            <a:extLst>
              <a:ext uri="{FF2B5EF4-FFF2-40B4-BE49-F238E27FC236}">
                <a16:creationId xmlns:a16="http://schemas.microsoft.com/office/drawing/2014/main" id="{610DD8E7-635C-4517-8E21-65C3CB025FFE}"/>
              </a:ext>
            </a:extLst>
          </p:cNvPr>
          <p:cNvSpPr txBox="1">
            <a:spLocks/>
          </p:cNvSpPr>
          <p:nvPr userDrawn="1"/>
        </p:nvSpPr>
        <p:spPr>
          <a:xfrm>
            <a:off x="411163" y="450893"/>
            <a:ext cx="5684837" cy="284778"/>
          </a:xfrm>
          <a:prstGeom prst="rect">
            <a:avLst/>
          </a:prstGeom>
          <a:noFill/>
        </p:spPr>
        <p:txBody>
          <a:bodyPr wrap="square" lIns="10800" tIns="0" rIns="0" bIns="90000" anchor="b" anchorCtr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dirty="0"/>
              <a:t>SDU Robotics</a:t>
            </a:r>
          </a:p>
        </p:txBody>
      </p:sp>
      <p:sp>
        <p:nvSpPr>
          <p:cNvPr id="20" name="sdu.dk">
            <a:extLst>
              <a:ext uri="{FF2B5EF4-FFF2-40B4-BE49-F238E27FC236}">
                <a16:creationId xmlns:a16="http://schemas.microsoft.com/office/drawing/2014/main" id="{4B84D86E-3D20-4505-8DAD-8EB1F3E63B0A}"/>
              </a:ext>
            </a:extLst>
          </p:cNvPr>
          <p:cNvSpPr/>
          <p:nvPr userDrawn="1"/>
        </p:nvSpPr>
        <p:spPr>
          <a:xfrm rot="5400000">
            <a:off x="11480800" y="721379"/>
            <a:ext cx="914400" cy="3765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 anchorCtr="0"/>
          <a:lstStyle/>
          <a:p>
            <a:pPr algn="l"/>
            <a:r>
              <a:rPr lang="da-DK" sz="1100" b="1" noProof="1">
                <a:solidFill>
                  <a:schemeClr val="tx1"/>
                </a:solidFill>
              </a:rPr>
              <a:t>sdu.dk</a:t>
            </a:r>
            <a:endParaRPr lang="da-DK"/>
          </a:p>
        </p:txBody>
      </p:sp>
      <p:sp>
        <p:nvSpPr>
          <p:cNvPr id="21" name="#sdudk">
            <a:extLst>
              <a:ext uri="{FF2B5EF4-FFF2-40B4-BE49-F238E27FC236}">
                <a16:creationId xmlns:a16="http://schemas.microsoft.com/office/drawing/2014/main" id="{B58A6A9A-5E98-43AC-8CA5-F6C4B0573364}"/>
              </a:ext>
            </a:extLst>
          </p:cNvPr>
          <p:cNvSpPr/>
          <p:nvPr userDrawn="1"/>
        </p:nvSpPr>
        <p:spPr>
          <a:xfrm rot="5400000">
            <a:off x="11482792" y="2027544"/>
            <a:ext cx="914400" cy="3765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 anchorCtr="0"/>
          <a:lstStyle/>
          <a:p>
            <a:pPr algn="l"/>
            <a:r>
              <a:rPr lang="da-DK" sz="1100" b="1" noProof="1">
                <a:solidFill>
                  <a:schemeClr val="tx1"/>
                </a:solidFill>
              </a:rPr>
              <a:t>#sdudk</a:t>
            </a:r>
            <a:endParaRPr lang="da-DK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CEA2A3A-0B73-49AA-824B-85FAE9B16B10}"/>
              </a:ext>
            </a:extLst>
          </p:cNvPr>
          <p:cNvCxnSpPr>
            <a:cxnSpLocks/>
          </p:cNvCxnSpPr>
          <p:nvPr userDrawn="1"/>
        </p:nvCxnSpPr>
        <p:spPr>
          <a:xfrm>
            <a:off x="410400" y="715665"/>
            <a:ext cx="6992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Logo black">
            <a:extLst>
              <a:ext uri="{FF2B5EF4-FFF2-40B4-BE49-F238E27FC236}">
                <a16:creationId xmlns:a16="http://schemas.microsoft.com/office/drawing/2014/main" id="{B52757AD-346A-4AA0-A5D6-36F8B1FE487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346" y="6294893"/>
            <a:ext cx="784800" cy="211840"/>
          </a:xfrm>
          <a:prstGeom prst="rect">
            <a:avLst/>
          </a:prstGeom>
        </p:spPr>
      </p:pic>
      <p:sp>
        <p:nvSpPr>
          <p:cNvPr id="18" name="Date Placeholder 14">
            <a:extLst>
              <a:ext uri="{FF2B5EF4-FFF2-40B4-BE49-F238E27FC236}">
                <a16:creationId xmlns:a16="http://schemas.microsoft.com/office/drawing/2014/main" id="{A09FC7B4-885C-4F9D-BD71-AE2FBDB38698}"/>
              </a:ext>
            </a:extLst>
          </p:cNvPr>
          <p:cNvSpPr txBox="1">
            <a:spLocks/>
          </p:cNvSpPr>
          <p:nvPr userDrawn="1"/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00" kern="1200">
                <a:noFill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A13B18-F5ED-4611-8DBB-F05123AFBA22}" type="datetimeFigureOut">
              <a:rPr lang="da-DK" smtClean="0"/>
              <a:pPr/>
              <a:t>01-10-2024</a:t>
            </a:fld>
            <a:endParaRPr lang="da-DK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8FEE58-0FE9-4218-904C-188D46CD214D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22432" y="1000443"/>
            <a:ext cx="5077365" cy="4853157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a-DK" dirty="0"/>
              <a:t>Klik for at tilføje tekst, klik ikon for at tilføje graf/tabel</a:t>
            </a:r>
            <a:endParaRPr lang="da-DK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3F302217-B569-449A-8422-B6650C9BB08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1A13B18-F5ED-4611-8DBB-F05123AFBA22}" type="datetimeFigureOut">
              <a:rPr lang="da-DK" smtClean="0"/>
              <a:pPr/>
              <a:t>01-10-2024</a:t>
            </a:fld>
            <a:endParaRPr lang="da-DK" dirty="0"/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58D7263E-B2E5-4CB9-9AAF-C0006E4A040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45D37B1E-C366-494F-A587-962AD9AABC83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BBAA208-28D6-470D-B539-73F9AC20E86C}"/>
              </a:ext>
            </a:extLst>
          </p:cNvPr>
          <p:cNvSpPr txBox="1"/>
          <p:nvPr userDrawn="1"/>
        </p:nvSpPr>
        <p:spPr>
          <a:xfrm>
            <a:off x="0" y="-349741"/>
            <a:ext cx="11457183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50" b="1" noProof="1"/>
              <a:t>Skift baggrundsfarve. </a:t>
            </a:r>
            <a:r>
              <a:rPr lang="da-DK" sz="1050" noProof="1"/>
              <a:t>Højreklik på slidet og vælg </a:t>
            </a:r>
            <a:r>
              <a:rPr lang="da-DK" sz="1050" b="1" noProof="1"/>
              <a:t>Formatér baggrund</a:t>
            </a:r>
            <a:r>
              <a:rPr lang="da-DK" sz="1050" noProof="1"/>
              <a:t>. Klik på </a:t>
            </a:r>
            <a:r>
              <a:rPr lang="da-DK" sz="1050" b="1" noProof="1"/>
              <a:t>Fyld farve </a:t>
            </a:r>
            <a:r>
              <a:rPr lang="da-DK" sz="1050" noProof="1"/>
              <a:t>i Formater baggrund vinduet og vælg farve fra øverste række i SDU’s farve palette eller fra den brugerdefinerede farvepalette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65443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re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B9A67-E62D-400C-BC42-A3A96AAED2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0401" y="1028247"/>
            <a:ext cx="2502000" cy="432000"/>
          </a:xfrm>
        </p:spPr>
        <p:txBody>
          <a:bodyPr/>
          <a:lstStyle>
            <a:lvl1pPr>
              <a:lnSpc>
                <a:spcPct val="110000"/>
              </a:lnSpc>
              <a:defRPr sz="1200"/>
            </a:lvl1pPr>
          </a:lstStyle>
          <a:p>
            <a:r>
              <a:rPr lang="da-DK" noProof="0" dirty="0"/>
              <a:t>Klik for at tilføje underoverskrift</a:t>
            </a:r>
            <a:endParaRPr lang="da-DK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E60E8CAC-51BD-4862-8B6E-BD3E315677C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1163" y="1475354"/>
            <a:ext cx="2502000" cy="4366646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da-DK" noProof="0" dirty="0"/>
              <a:t>Klik for at tilføje tekst</a:t>
            </a:r>
            <a:endParaRPr lang="da-DK"/>
          </a:p>
          <a:p>
            <a:pPr lvl="1"/>
            <a:r>
              <a:rPr lang="da-DK" noProof="0" dirty="0"/>
              <a:t>Second </a:t>
            </a:r>
            <a:r>
              <a:rPr lang="da-DK" noProof="0" dirty="0" err="1"/>
              <a:t>level</a:t>
            </a:r>
            <a:endParaRPr lang="da-DK" noProof="0" dirty="0"/>
          </a:p>
          <a:p>
            <a:pPr lvl="2"/>
            <a:r>
              <a:rPr lang="da-DK" noProof="0" dirty="0"/>
              <a:t>Third </a:t>
            </a:r>
            <a:r>
              <a:rPr lang="da-DK" noProof="0" dirty="0" err="1"/>
              <a:t>level</a:t>
            </a:r>
            <a:endParaRPr lang="da-DK" noProof="0" dirty="0"/>
          </a:p>
          <a:p>
            <a:pPr lvl="3"/>
            <a:r>
              <a:rPr lang="da-DK" noProof="0" dirty="0" err="1"/>
              <a:t>Fourth</a:t>
            </a:r>
            <a:r>
              <a:rPr lang="da-DK" noProof="0" dirty="0"/>
              <a:t> </a:t>
            </a:r>
            <a:r>
              <a:rPr lang="da-DK" noProof="0" dirty="0" err="1"/>
              <a:t>level</a:t>
            </a:r>
            <a:endParaRPr lang="da-DK" noProof="0" dirty="0"/>
          </a:p>
          <a:p>
            <a:pPr lvl="4"/>
            <a:r>
              <a:rPr lang="da-DK" noProof="0" dirty="0"/>
              <a:t>Fifth </a:t>
            </a:r>
            <a:r>
              <a:rPr lang="da-DK" noProof="0" dirty="0" err="1"/>
              <a:t>level</a:t>
            </a:r>
            <a:endParaRPr lang="da-DK" noProof="0" dirty="0"/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25135A09-8F8A-4D87-8C43-B3A0A80BE2F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273164" y="1028246"/>
            <a:ext cx="2502000" cy="432000"/>
          </a:xfrm>
        </p:spPr>
        <p:txBody>
          <a:bodyPr/>
          <a:lstStyle>
            <a:lvl1pPr marL="0" indent="0" algn="l">
              <a:buNone/>
              <a:defRPr sz="12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noProof="0" dirty="0"/>
              <a:t>Klik for at tilføje underoverskrift</a:t>
            </a:r>
            <a:endParaRPr lang="da-DK"/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462D92C6-668E-491E-B394-72897FAB308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273163" y="1475354"/>
            <a:ext cx="2502000" cy="4366646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da-DK" noProof="0" dirty="0"/>
              <a:t>Klik for at tilføje tekst</a:t>
            </a:r>
            <a:endParaRPr lang="da-DK"/>
          </a:p>
          <a:p>
            <a:pPr lvl="1"/>
            <a:r>
              <a:rPr lang="da-DK" noProof="0" dirty="0"/>
              <a:t>Second </a:t>
            </a:r>
            <a:r>
              <a:rPr lang="da-DK" noProof="0" dirty="0" err="1"/>
              <a:t>level</a:t>
            </a:r>
            <a:endParaRPr lang="da-DK" noProof="0" dirty="0"/>
          </a:p>
          <a:p>
            <a:pPr lvl="2"/>
            <a:r>
              <a:rPr lang="da-DK" noProof="0" dirty="0"/>
              <a:t>Third </a:t>
            </a:r>
            <a:r>
              <a:rPr lang="da-DK" noProof="0" dirty="0" err="1"/>
              <a:t>level</a:t>
            </a:r>
            <a:endParaRPr lang="da-DK" noProof="0" dirty="0"/>
          </a:p>
          <a:p>
            <a:pPr lvl="3"/>
            <a:r>
              <a:rPr lang="da-DK" noProof="0" dirty="0" err="1"/>
              <a:t>Fourth</a:t>
            </a:r>
            <a:r>
              <a:rPr lang="da-DK" noProof="0" dirty="0"/>
              <a:t> </a:t>
            </a:r>
            <a:r>
              <a:rPr lang="da-DK" noProof="0" dirty="0" err="1"/>
              <a:t>level</a:t>
            </a:r>
            <a:endParaRPr lang="da-DK" noProof="0" dirty="0"/>
          </a:p>
          <a:p>
            <a:pPr lvl="4"/>
            <a:r>
              <a:rPr lang="da-DK" noProof="0" dirty="0"/>
              <a:t>Fifth </a:t>
            </a:r>
            <a:r>
              <a:rPr lang="da-DK" noProof="0" dirty="0" err="1"/>
              <a:t>level</a:t>
            </a:r>
            <a:endParaRPr lang="da-DK" noProof="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0F1B1F1-CA40-4EA4-AB68-69DBBD61ED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35163" y="1028246"/>
            <a:ext cx="2502000" cy="432000"/>
          </a:xfrm>
        </p:spPr>
        <p:txBody>
          <a:bodyPr/>
          <a:lstStyle>
            <a:lvl1pPr marL="0" indent="0">
              <a:buNone/>
              <a:defRPr sz="1200" b="1"/>
            </a:lvl1pPr>
            <a:lvl2pPr marL="252000" indent="0">
              <a:buNone/>
              <a:defRPr/>
            </a:lvl2pPr>
          </a:lstStyle>
          <a:p>
            <a:pPr lvl="0"/>
            <a:r>
              <a:rPr lang="da-DK" noProof="0" dirty="0"/>
              <a:t>Klik for at tilføje underoverskrift</a:t>
            </a:r>
            <a:endParaRPr lang="da-DK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3DBEE0FF-2C0E-499E-ACAF-B6F421AF13D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135163" y="1475354"/>
            <a:ext cx="2502000" cy="4366646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da-DK" noProof="0" dirty="0"/>
              <a:t>Klik for at tilføje tekst</a:t>
            </a:r>
            <a:endParaRPr lang="da-DK"/>
          </a:p>
          <a:p>
            <a:pPr lvl="1"/>
            <a:r>
              <a:rPr lang="da-DK" noProof="0" dirty="0"/>
              <a:t>Second </a:t>
            </a:r>
            <a:r>
              <a:rPr lang="da-DK" noProof="0" dirty="0" err="1"/>
              <a:t>level</a:t>
            </a:r>
            <a:endParaRPr lang="da-DK" noProof="0" dirty="0"/>
          </a:p>
          <a:p>
            <a:pPr lvl="2"/>
            <a:r>
              <a:rPr lang="da-DK" noProof="0" dirty="0"/>
              <a:t>Third </a:t>
            </a:r>
            <a:r>
              <a:rPr lang="da-DK" noProof="0" dirty="0" err="1"/>
              <a:t>level</a:t>
            </a:r>
            <a:endParaRPr lang="da-DK" noProof="0" dirty="0"/>
          </a:p>
          <a:p>
            <a:pPr lvl="3"/>
            <a:r>
              <a:rPr lang="da-DK" noProof="0" dirty="0" err="1"/>
              <a:t>Fourth</a:t>
            </a:r>
            <a:r>
              <a:rPr lang="da-DK" noProof="0" dirty="0"/>
              <a:t> </a:t>
            </a:r>
            <a:r>
              <a:rPr lang="da-DK" noProof="0" dirty="0" err="1"/>
              <a:t>level</a:t>
            </a:r>
            <a:endParaRPr lang="da-DK" noProof="0" dirty="0"/>
          </a:p>
          <a:p>
            <a:pPr lvl="4"/>
            <a:r>
              <a:rPr lang="da-DK" noProof="0" dirty="0"/>
              <a:t>Fifth </a:t>
            </a:r>
            <a:r>
              <a:rPr lang="da-DK" noProof="0" dirty="0" err="1"/>
              <a:t>level</a:t>
            </a:r>
            <a:endParaRPr lang="da-DK" noProof="0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F091117C-5AED-4416-88BA-F1C88ACD7A2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997162" y="1028247"/>
            <a:ext cx="2502000" cy="432000"/>
          </a:xfrm>
        </p:spPr>
        <p:txBody>
          <a:bodyPr/>
          <a:lstStyle>
            <a:lvl1pPr marL="0" indent="0">
              <a:buNone/>
              <a:defRPr sz="1200" b="1"/>
            </a:lvl1pPr>
            <a:lvl2pPr marL="252000" indent="0">
              <a:buNone/>
              <a:defRPr/>
            </a:lvl2pPr>
          </a:lstStyle>
          <a:p>
            <a:pPr lvl="0"/>
            <a:r>
              <a:rPr lang="da-DK" noProof="0" dirty="0"/>
              <a:t>Klik for at tilføje underoverskrift</a:t>
            </a:r>
            <a:endParaRPr lang="da-DK"/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C66F31E1-769E-4E9A-9DCC-2C64321A89C1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997161" y="1475354"/>
            <a:ext cx="2501999" cy="4366646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da-DK" noProof="0" dirty="0"/>
              <a:t>Klik for at tilføje tekst</a:t>
            </a:r>
            <a:endParaRPr lang="da-DK"/>
          </a:p>
          <a:p>
            <a:pPr lvl="1"/>
            <a:r>
              <a:rPr lang="da-DK" noProof="0" dirty="0"/>
              <a:t>Second </a:t>
            </a:r>
            <a:r>
              <a:rPr lang="da-DK" noProof="0" dirty="0" err="1"/>
              <a:t>level</a:t>
            </a:r>
            <a:endParaRPr lang="da-DK" noProof="0" dirty="0"/>
          </a:p>
          <a:p>
            <a:pPr lvl="2"/>
            <a:r>
              <a:rPr lang="da-DK" noProof="0" dirty="0"/>
              <a:t>Third </a:t>
            </a:r>
            <a:r>
              <a:rPr lang="da-DK" noProof="0" dirty="0" err="1"/>
              <a:t>level</a:t>
            </a:r>
            <a:endParaRPr lang="da-DK" noProof="0" dirty="0"/>
          </a:p>
          <a:p>
            <a:pPr lvl="3"/>
            <a:r>
              <a:rPr lang="da-DK" noProof="0" dirty="0" err="1"/>
              <a:t>Fourth</a:t>
            </a:r>
            <a:r>
              <a:rPr lang="da-DK" noProof="0" dirty="0"/>
              <a:t> </a:t>
            </a:r>
            <a:r>
              <a:rPr lang="da-DK" noProof="0" dirty="0" err="1"/>
              <a:t>level</a:t>
            </a:r>
            <a:endParaRPr lang="da-DK" noProof="0" dirty="0"/>
          </a:p>
          <a:p>
            <a:pPr lvl="4"/>
            <a:r>
              <a:rPr lang="da-DK" noProof="0" dirty="0"/>
              <a:t>Fifth </a:t>
            </a:r>
            <a:r>
              <a:rPr lang="da-DK" noProof="0" dirty="0" err="1"/>
              <a:t>level</a:t>
            </a:r>
            <a:endParaRPr lang="da-DK" noProof="0" dirty="0"/>
          </a:p>
        </p:txBody>
      </p:sp>
      <p:sp>
        <p:nvSpPr>
          <p:cNvPr id="28" name="Date Placeholder 14">
            <a:extLst>
              <a:ext uri="{FF2B5EF4-FFF2-40B4-BE49-F238E27FC236}">
                <a16:creationId xmlns:a16="http://schemas.microsoft.com/office/drawing/2014/main" id="{1DCD95D8-07B6-42C0-8767-A640B7CA8534}"/>
              </a:ext>
            </a:extLst>
          </p:cNvPr>
          <p:cNvSpPr txBox="1">
            <a:spLocks/>
          </p:cNvSpPr>
          <p:nvPr userDrawn="1"/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00" kern="1200">
                <a:noFill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A13B18-F5ED-4611-8DBB-F05123AFBA22}" type="datetimeFigureOut">
              <a:rPr lang="da-DK" smtClean="0"/>
              <a:pPr/>
              <a:t>01-10-2024</a:t>
            </a:fld>
            <a:endParaRPr lang="da-DK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588C40-671D-463C-8463-D77B96C28D88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F1A13B18-F5ED-4611-8DBB-F05123AFBA22}" type="datetimeFigureOut">
              <a:rPr lang="da-DK" smtClean="0"/>
              <a:pPr/>
              <a:t>01-10-2024</a:t>
            </a:fld>
            <a:endParaRPr lang="da-DK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B93800-6F51-413B-BA21-0A9967FF3386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45D37B1E-C366-494F-A587-962AD9AABC83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241953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lede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billede 3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099300" cy="6858000"/>
          </a:xfrm>
          <a:solidFill>
            <a:schemeClr val="bg1"/>
          </a:solidFill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r>
              <a:rPr lang="da-DK" dirty="0"/>
              <a:t>Vælg pladsholderen og indsæt billede via Templafy/Skyfish eller ikon eller logo via Templafy/Billeder</a:t>
            </a:r>
            <a:endParaRPr lang="da-DK"/>
          </a:p>
        </p:txBody>
      </p:sp>
      <p:sp>
        <p:nvSpPr>
          <p:cNvPr id="8" name="Titel 1"/>
          <p:cNvSpPr>
            <a:spLocks noGrp="1"/>
          </p:cNvSpPr>
          <p:nvPr>
            <p:ph type="title" hasCustomPrompt="1"/>
          </p:nvPr>
        </p:nvSpPr>
        <p:spPr>
          <a:xfrm>
            <a:off x="6692401" y="1076109"/>
            <a:ext cx="4680000" cy="1822734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Klik for at tilføje overskrift, maksimalt 3 linjer</a:t>
            </a:r>
            <a:endParaRPr lang="da-DK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256969-981A-4869-9324-B595DF89D12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692400" y="3387600"/>
            <a:ext cx="4680000" cy="246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a-DK" dirty="0"/>
              <a:t>Klik for at tilføje tekst</a:t>
            </a:r>
            <a:endParaRPr lang="da-DK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14" name="text" descr="{&quot;templafy&quot;:{&quot;id&quot;:&quot;7dc3f7ec-f4ee-40f0-a498-58c79540f705&quot;}}" title="UserProfile.Institut.InstituteDCU_{{DocumentLanguage}}">
            <a:extLst>
              <a:ext uri="{FF2B5EF4-FFF2-40B4-BE49-F238E27FC236}">
                <a16:creationId xmlns:a16="http://schemas.microsoft.com/office/drawing/2014/main" id="{060969B2-E177-4704-95D4-119A98BB90C5}"/>
              </a:ext>
            </a:extLst>
          </p:cNvPr>
          <p:cNvSpPr txBox="1">
            <a:spLocks/>
          </p:cNvSpPr>
          <p:nvPr userDrawn="1"/>
        </p:nvSpPr>
        <p:spPr>
          <a:xfrm>
            <a:off x="6692400" y="249585"/>
            <a:ext cx="4680000" cy="478677"/>
          </a:xfrm>
          <a:prstGeom prst="rect">
            <a:avLst/>
          </a:prstGeom>
          <a:noFill/>
        </p:spPr>
        <p:txBody>
          <a:bodyPr wrap="square" lIns="10800" tIns="0" rIns="0" bIns="90000" anchor="b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dirty="0"/>
              <a:t>SDU Robotics</a:t>
            </a:r>
          </a:p>
        </p:txBody>
      </p:sp>
      <p:sp>
        <p:nvSpPr>
          <p:cNvPr id="16" name="sdu.dk">
            <a:extLst>
              <a:ext uri="{FF2B5EF4-FFF2-40B4-BE49-F238E27FC236}">
                <a16:creationId xmlns:a16="http://schemas.microsoft.com/office/drawing/2014/main" id="{406E07B7-D9E4-488D-BA7B-56AC0D1DDD05}"/>
              </a:ext>
            </a:extLst>
          </p:cNvPr>
          <p:cNvSpPr/>
          <p:nvPr userDrawn="1"/>
        </p:nvSpPr>
        <p:spPr>
          <a:xfrm rot="5400000">
            <a:off x="11480800" y="721379"/>
            <a:ext cx="914400" cy="3765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 anchorCtr="0"/>
          <a:lstStyle/>
          <a:p>
            <a:pPr algn="l"/>
            <a:r>
              <a:rPr lang="da-DK" sz="1100" b="1" noProof="1">
                <a:solidFill>
                  <a:schemeClr val="tx1"/>
                </a:solidFill>
              </a:rPr>
              <a:t>sdu.dk</a:t>
            </a:r>
            <a:endParaRPr lang="da-DK"/>
          </a:p>
        </p:txBody>
      </p:sp>
      <p:sp>
        <p:nvSpPr>
          <p:cNvPr id="17" name="#sdudk">
            <a:extLst>
              <a:ext uri="{FF2B5EF4-FFF2-40B4-BE49-F238E27FC236}">
                <a16:creationId xmlns:a16="http://schemas.microsoft.com/office/drawing/2014/main" id="{CD1A1828-0ED2-4AFE-8C5E-683996CBAF9D}"/>
              </a:ext>
            </a:extLst>
          </p:cNvPr>
          <p:cNvSpPr/>
          <p:nvPr userDrawn="1"/>
        </p:nvSpPr>
        <p:spPr>
          <a:xfrm rot="5400000">
            <a:off x="11482792" y="2027544"/>
            <a:ext cx="914400" cy="3765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 anchorCtr="0"/>
          <a:lstStyle/>
          <a:p>
            <a:pPr algn="l"/>
            <a:r>
              <a:rPr lang="da-DK" sz="1100" b="1" noProof="1">
                <a:solidFill>
                  <a:schemeClr val="tx1"/>
                </a:solidFill>
              </a:rPr>
              <a:t>#sdudk</a:t>
            </a:r>
            <a:endParaRPr lang="da-DK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68D6574-D545-4AC1-804C-76EBF3BEC544}"/>
              </a:ext>
            </a:extLst>
          </p:cNvPr>
          <p:cNvCxnSpPr>
            <a:cxnSpLocks/>
          </p:cNvCxnSpPr>
          <p:nvPr userDrawn="1"/>
        </p:nvCxnSpPr>
        <p:spPr>
          <a:xfrm>
            <a:off x="6691637" y="715665"/>
            <a:ext cx="6992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Logo black">
            <a:extLst>
              <a:ext uri="{FF2B5EF4-FFF2-40B4-BE49-F238E27FC236}">
                <a16:creationId xmlns:a16="http://schemas.microsoft.com/office/drawing/2014/main" id="{1421C492-A651-4EE4-BB8B-C6886E7B5C1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2400" y="6294893"/>
            <a:ext cx="784800" cy="211840"/>
          </a:xfrm>
          <a:prstGeom prst="rect">
            <a:avLst/>
          </a:prstGeom>
        </p:spPr>
      </p:pic>
      <p:sp>
        <p:nvSpPr>
          <p:cNvPr id="30" name="Date Placeholder 14">
            <a:extLst>
              <a:ext uri="{FF2B5EF4-FFF2-40B4-BE49-F238E27FC236}">
                <a16:creationId xmlns:a16="http://schemas.microsoft.com/office/drawing/2014/main" id="{2C4B35A0-F8F7-420F-9E06-CC0AAAA0B84F}"/>
              </a:ext>
            </a:extLst>
          </p:cNvPr>
          <p:cNvSpPr txBox="1">
            <a:spLocks/>
          </p:cNvSpPr>
          <p:nvPr userDrawn="1"/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00" kern="1200">
                <a:noFill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A13B18-F5ED-4611-8DBB-F05123AFBA22}" type="datetimeFigureOut">
              <a:rPr lang="da-DK" smtClean="0"/>
              <a:pPr/>
              <a:t>01-10-2024</a:t>
            </a:fld>
            <a:endParaRPr lang="da-DK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C94981C-CC58-4018-9B19-5053EFA6B6A9}"/>
              </a:ext>
            </a:extLst>
          </p:cNvPr>
          <p:cNvSpPr txBox="1"/>
          <p:nvPr userDrawn="1"/>
        </p:nvSpPr>
        <p:spPr>
          <a:xfrm>
            <a:off x="0" y="-349741"/>
            <a:ext cx="11457183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50" b="1" noProof="1"/>
              <a:t>Skift baggrundsfarve. </a:t>
            </a:r>
            <a:r>
              <a:rPr lang="da-DK" sz="1050" noProof="1"/>
              <a:t>Højreklik på slidet og vælg </a:t>
            </a:r>
            <a:r>
              <a:rPr lang="da-DK" sz="1050" b="1" noProof="1"/>
              <a:t>Formatér baggrund</a:t>
            </a:r>
            <a:r>
              <a:rPr lang="da-DK" sz="1050" noProof="1"/>
              <a:t>. Klik på </a:t>
            </a:r>
            <a:r>
              <a:rPr lang="da-DK" sz="1050" b="1" noProof="1"/>
              <a:t>Fyld farve </a:t>
            </a:r>
            <a:r>
              <a:rPr lang="da-DK" sz="1050" noProof="1"/>
              <a:t>i Formater baggrund vinduet og vælg farve fra øverste række i SDU’s farve palette eller fra den brugerdefinerede farvepalette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0721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lede og tekst (CV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1"/>
          <p:cNvSpPr>
            <a:spLocks noGrp="1"/>
          </p:cNvSpPr>
          <p:nvPr>
            <p:ph type="title" hasCustomPrompt="1"/>
          </p:nvPr>
        </p:nvSpPr>
        <p:spPr>
          <a:xfrm>
            <a:off x="6710399" y="1700213"/>
            <a:ext cx="4677070" cy="1436392"/>
          </a:xfrm>
        </p:spPr>
        <p:txBody>
          <a:bodyPr/>
          <a:lstStyle>
            <a:lvl1pPr>
              <a:defRPr sz="4800"/>
            </a:lvl1pPr>
          </a:lstStyle>
          <a:p>
            <a:r>
              <a:rPr lang="da-DK" dirty="0"/>
              <a:t>Overskrift i </a:t>
            </a:r>
            <a:r>
              <a:rPr lang="da-DK" dirty="0" err="1"/>
              <a:t>maks</a:t>
            </a:r>
            <a:r>
              <a:rPr lang="da-DK" dirty="0"/>
              <a:t> 2 linjer</a:t>
            </a:r>
            <a:endParaRPr lang="da-DK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6FAAEFF0-FCE4-48D6-A0D1-A458F3CD3EB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92202" y="3387600"/>
            <a:ext cx="4680000" cy="246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a-DK" dirty="0"/>
              <a:t>Klik for at tilføje tekst</a:t>
            </a:r>
            <a:endParaRPr lang="da-DK"/>
          </a:p>
          <a:p>
            <a:pPr lvl="1"/>
            <a:r>
              <a:rPr lang="da-DK" dirty="0"/>
              <a:t>Second </a:t>
            </a:r>
            <a:r>
              <a:rPr lang="da-DK" dirty="0" err="1"/>
              <a:t>level</a:t>
            </a:r>
            <a:endParaRPr lang="da-DK" dirty="0"/>
          </a:p>
          <a:p>
            <a:pPr lvl="2"/>
            <a:r>
              <a:rPr lang="da-DK" dirty="0"/>
              <a:t>Third </a:t>
            </a:r>
            <a:r>
              <a:rPr lang="da-DK" dirty="0" err="1"/>
              <a:t>level</a:t>
            </a:r>
            <a:endParaRPr lang="da-DK" dirty="0"/>
          </a:p>
          <a:p>
            <a:pPr lvl="3"/>
            <a:r>
              <a:rPr lang="da-DK" dirty="0" err="1"/>
              <a:t>Fourth</a:t>
            </a:r>
            <a:r>
              <a:rPr lang="da-DK" dirty="0"/>
              <a:t> </a:t>
            </a:r>
            <a:r>
              <a:rPr lang="da-DK" dirty="0" err="1"/>
              <a:t>level</a:t>
            </a:r>
            <a:endParaRPr lang="da-DK" dirty="0"/>
          </a:p>
          <a:p>
            <a:pPr lvl="4"/>
            <a:r>
              <a:rPr lang="da-DK" dirty="0"/>
              <a:t>Fifth </a:t>
            </a:r>
            <a:r>
              <a:rPr lang="da-DK" dirty="0" err="1"/>
              <a:t>level</a:t>
            </a:r>
            <a:endParaRPr lang="da-DK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F21E6D3-406B-4DA0-9B5A-6A2F208BAF7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10399" y="452437"/>
            <a:ext cx="4659277" cy="790493"/>
          </a:xfrm>
        </p:spPr>
        <p:txBody>
          <a:bodyPr anchor="b" anchorCtr="0"/>
          <a:lstStyle>
            <a:lvl1pPr marL="0" indent="0">
              <a:buFont typeface="Arial" panose="020B0604020202020204" pitchFamily="34" charset="0"/>
              <a:buNone/>
              <a:defRPr/>
            </a:lvl1pPr>
          </a:lstStyle>
          <a:p>
            <a:pPr lvl="0"/>
            <a:r>
              <a:rPr lang="da-DK" dirty="0"/>
              <a:t>Klik for at indsætte tekst (f.eks. job titel)</a:t>
            </a:r>
            <a:endParaRPr lang="da-DK"/>
          </a:p>
        </p:txBody>
      </p:sp>
      <p:sp>
        <p:nvSpPr>
          <p:cNvPr id="10" name="Pladsholder til billede 3"/>
          <p:cNvSpPr>
            <a:spLocks noGrp="1"/>
          </p:cNvSpPr>
          <p:nvPr>
            <p:ph type="pic" sz="quarter" idx="13" hasCustomPrompt="1"/>
          </p:nvPr>
        </p:nvSpPr>
        <p:spPr>
          <a:xfrm>
            <a:off x="411163" y="1016000"/>
            <a:ext cx="4043879" cy="4804038"/>
          </a:xfrm>
          <a:noFill/>
        </p:spPr>
        <p:txBody>
          <a:bodyPr/>
          <a:lstStyle>
            <a:lvl1pPr marL="0" indent="0" algn="ctr">
              <a:buNone/>
              <a:defRPr sz="1100"/>
            </a:lvl1pPr>
          </a:lstStyle>
          <a:p>
            <a:r>
              <a:rPr lang="da-DK" dirty="0"/>
              <a:t>Vælg pladsholderen og indsæt billede via Templafy/Skyfish eller ikon eller logo via Templafy/Billeder</a:t>
            </a:r>
            <a:endParaRPr lang="da-DK"/>
          </a:p>
        </p:txBody>
      </p:sp>
      <p:sp>
        <p:nvSpPr>
          <p:cNvPr id="18" name="Date Placeholder 14">
            <a:extLst>
              <a:ext uri="{FF2B5EF4-FFF2-40B4-BE49-F238E27FC236}">
                <a16:creationId xmlns:a16="http://schemas.microsoft.com/office/drawing/2014/main" id="{4AC2696B-BD55-4932-A36E-BCC4318F22B0}"/>
              </a:ext>
            </a:extLst>
          </p:cNvPr>
          <p:cNvSpPr txBox="1">
            <a:spLocks/>
          </p:cNvSpPr>
          <p:nvPr userDrawn="1"/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00" kern="1200">
                <a:noFill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A13B18-F5ED-4611-8DBB-F05123AFBA22}" type="datetimeFigureOut">
              <a:rPr lang="da-DK" smtClean="0"/>
              <a:pPr/>
              <a:t>01-10-2024</a:t>
            </a:fld>
            <a:endParaRPr lang="da-DK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91D0A-163E-46D9-B4AE-DA2791457328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F1A13B18-F5ED-4611-8DBB-F05123AFBA22}" type="datetimeFigureOut">
              <a:rPr lang="da-DK" smtClean="0"/>
              <a:pPr/>
              <a:t>01-10-2024</a:t>
            </a:fld>
            <a:endParaRPr lang="da-DK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A9685AE-678B-466E-B97B-590BC795CFDA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45D37B1E-C366-494F-A587-962AD9AABC83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308762-F27B-4C02-A3F6-050482784129}"/>
              </a:ext>
            </a:extLst>
          </p:cNvPr>
          <p:cNvSpPr txBox="1"/>
          <p:nvPr userDrawn="1"/>
        </p:nvSpPr>
        <p:spPr>
          <a:xfrm>
            <a:off x="0" y="-349741"/>
            <a:ext cx="11457183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50" b="1" noProof="1"/>
              <a:t>Skift baggrundsfarve. </a:t>
            </a:r>
            <a:r>
              <a:rPr lang="da-DK" sz="1050" noProof="1"/>
              <a:t>Højreklik på slidet og vælg </a:t>
            </a:r>
            <a:r>
              <a:rPr lang="da-DK" sz="1050" b="1" noProof="1"/>
              <a:t>Formatér baggrund</a:t>
            </a:r>
            <a:r>
              <a:rPr lang="da-DK" sz="1050" noProof="1"/>
              <a:t>. Klik på </a:t>
            </a:r>
            <a:r>
              <a:rPr lang="da-DK" sz="1050" b="1" noProof="1"/>
              <a:t>Fyld farve </a:t>
            </a:r>
            <a:r>
              <a:rPr lang="da-DK" sz="1050" noProof="1"/>
              <a:t>i Formater baggrund vinduet og vælg farve fra øverste række i SDU’s farve palette eller fra den brugerdefinerede farvepalette</a:t>
            </a:r>
            <a:endParaRPr lang="da-DK"/>
          </a:p>
        </p:txBody>
      </p:sp>
      <p:pic>
        <p:nvPicPr>
          <p:cNvPr id="13" name="Logo black">
            <a:extLst>
              <a:ext uri="{FF2B5EF4-FFF2-40B4-BE49-F238E27FC236}">
                <a16:creationId xmlns:a16="http://schemas.microsoft.com/office/drawing/2014/main" id="{16CDF92D-C78F-4CBE-853B-4E3CD39D2A5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346" y="6294893"/>
            <a:ext cx="784800" cy="211840"/>
          </a:xfrm>
          <a:prstGeom prst="rect">
            <a:avLst/>
          </a:prstGeom>
        </p:spPr>
      </p:pic>
      <p:sp>
        <p:nvSpPr>
          <p:cNvPr id="14" name="text" descr="{&quot;templafy&quot;:{&quot;id&quot;:&quot;23a482f1-eb6d-4265-ab2e-dbedf301a4c9&quot;}}" title="UserProfile.Institut.InstituteDCU_{{DocumentLanguage}}">
            <a:extLst>
              <a:ext uri="{FF2B5EF4-FFF2-40B4-BE49-F238E27FC236}">
                <a16:creationId xmlns:a16="http://schemas.microsoft.com/office/drawing/2014/main" id="{DF6D8BC8-E65A-425F-8A88-41B507F8A632}"/>
              </a:ext>
            </a:extLst>
          </p:cNvPr>
          <p:cNvSpPr txBox="1">
            <a:spLocks/>
          </p:cNvSpPr>
          <p:nvPr userDrawn="1"/>
        </p:nvSpPr>
        <p:spPr>
          <a:xfrm>
            <a:off x="411160" y="442422"/>
            <a:ext cx="6027347" cy="284778"/>
          </a:xfrm>
          <a:prstGeom prst="rect">
            <a:avLst/>
          </a:prstGeom>
          <a:noFill/>
        </p:spPr>
        <p:txBody>
          <a:bodyPr wrap="square" lIns="10800" tIns="0" rIns="0" bIns="90000" anchor="b" anchorCtr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/>
              <a:t>SDU Robotics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7D7BB8A-9FF7-4F5F-964E-11BE0AD89A9E}"/>
              </a:ext>
            </a:extLst>
          </p:cNvPr>
          <p:cNvCxnSpPr>
            <a:cxnSpLocks/>
          </p:cNvCxnSpPr>
          <p:nvPr userDrawn="1"/>
        </p:nvCxnSpPr>
        <p:spPr>
          <a:xfrm>
            <a:off x="410400" y="715665"/>
            <a:ext cx="6992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A0D29C7-1B08-47AE-80F0-21F12DFA77CE}"/>
              </a:ext>
            </a:extLst>
          </p:cNvPr>
          <p:cNvSpPr/>
          <p:nvPr userDrawn="1"/>
        </p:nvSpPr>
        <p:spPr>
          <a:xfrm rot="5400000">
            <a:off x="11480800" y="721379"/>
            <a:ext cx="914400" cy="3765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 anchorCtr="0"/>
          <a:lstStyle/>
          <a:p>
            <a:pPr algn="l"/>
            <a:r>
              <a:rPr lang="da-DK" sz="1100" b="1" noProof="1">
                <a:solidFill>
                  <a:schemeClr val="tx1"/>
                </a:solidFill>
              </a:rPr>
              <a:t>sdu.dk</a:t>
            </a:r>
            <a:endParaRPr lang="da-DK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BE87218-65BF-484A-9BC3-CFE3F6FD4ECC}"/>
              </a:ext>
            </a:extLst>
          </p:cNvPr>
          <p:cNvSpPr/>
          <p:nvPr userDrawn="1"/>
        </p:nvSpPr>
        <p:spPr>
          <a:xfrm rot="5400000">
            <a:off x="11482792" y="2027544"/>
            <a:ext cx="914400" cy="3765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 anchorCtr="0"/>
          <a:lstStyle/>
          <a:p>
            <a:pPr algn="l"/>
            <a:r>
              <a:rPr lang="da-DK" sz="1100" b="1" noProof="1">
                <a:solidFill>
                  <a:schemeClr val="tx1"/>
                </a:solidFill>
              </a:rPr>
              <a:t>#sdudk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722343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skrift og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14697" y="1700212"/>
            <a:ext cx="5367600" cy="4141787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60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overskrift</a:t>
            </a:r>
            <a:endParaRPr lang="da-DK"/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BAC5FF5C-5A1F-4EF8-85A8-E1370E4FA7C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415848" y="1000443"/>
            <a:ext cx="4951428" cy="4841557"/>
          </a:xfrm>
        </p:spPr>
        <p:txBody>
          <a:bodyPr/>
          <a:lstStyle>
            <a:lvl1pPr marL="0" indent="0" algn="ctr">
              <a:buNone/>
              <a:defRPr sz="1400"/>
            </a:lvl1pPr>
          </a:lstStyle>
          <a:p>
            <a:r>
              <a:rPr lang="da-DK" dirty="0"/>
              <a:t>Vælg pladsholderen og indsæt billede via Templafy/Skyfish eller ikon eller logo via Templafy/Billeder</a:t>
            </a:r>
            <a:endParaRPr lang="da-DK"/>
          </a:p>
        </p:txBody>
      </p:sp>
      <p:sp>
        <p:nvSpPr>
          <p:cNvPr id="17" name="Date Placeholder 14">
            <a:extLst>
              <a:ext uri="{FF2B5EF4-FFF2-40B4-BE49-F238E27FC236}">
                <a16:creationId xmlns:a16="http://schemas.microsoft.com/office/drawing/2014/main" id="{360EC57D-D72D-43A3-90BC-3ACC9F8BC9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</a:defRPr>
            </a:lvl1pPr>
          </a:lstStyle>
          <a:p>
            <a:fld id="{F1A13B18-F5ED-4611-8DBB-F05123AFBA22}" type="datetimeFigureOut">
              <a:rPr lang="da-DK" smtClean="0"/>
              <a:pPr/>
              <a:t>01-10-2024</a:t>
            </a:fld>
            <a:endParaRPr lang="da-DK" dirty="0"/>
          </a:p>
        </p:txBody>
      </p:sp>
      <p:sp>
        <p:nvSpPr>
          <p:cNvPr id="18" name="Date Placeholder 14">
            <a:extLst>
              <a:ext uri="{FF2B5EF4-FFF2-40B4-BE49-F238E27FC236}">
                <a16:creationId xmlns:a16="http://schemas.microsoft.com/office/drawing/2014/main" id="{36B2A848-B2AD-472A-AC10-0002D162D52D}"/>
              </a:ext>
            </a:extLst>
          </p:cNvPr>
          <p:cNvSpPr txBox="1">
            <a:spLocks/>
          </p:cNvSpPr>
          <p:nvPr userDrawn="1"/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00" kern="1200">
                <a:noFill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A13B18-F5ED-4611-8DBB-F05123AFBA22}" type="datetimeFigureOut">
              <a:rPr lang="da-DK" smtClean="0"/>
              <a:pPr/>
              <a:t>01-10-2024</a:t>
            </a:fld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7D6F82-73FC-4F13-BFEC-9200E77E152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5D37B1E-C366-494F-A587-962AD9AABC83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9183040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re iko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FA71C01-3350-42F9-9392-0F3379095A9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32902" y="1700213"/>
            <a:ext cx="936000" cy="936000"/>
          </a:xfrm>
        </p:spPr>
        <p:txBody>
          <a:bodyPr wrap="none"/>
          <a:lstStyle>
            <a:lvl1pPr marL="0" indent="0">
              <a:buNone/>
              <a:defRPr sz="1000"/>
            </a:lvl1pPr>
          </a:lstStyle>
          <a:p>
            <a:pPr lvl="0"/>
            <a:r>
              <a:rPr lang="da-DK" dirty="0"/>
              <a:t>Indsæt logo: Vælg pladsholderen, indsæt logo via Templafy/Billeder</a:t>
            </a:r>
            <a:endParaRPr lang="da-DK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0A09C85-3CCC-44AB-A808-AA96845B128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32902" y="2733129"/>
            <a:ext cx="3564000" cy="756000"/>
          </a:xfrm>
        </p:spPr>
        <p:txBody>
          <a:bodyPr/>
          <a:lstStyle>
            <a:lvl1pPr marL="0" indent="0">
              <a:buFont typeface="Arial" panose="020B0604020202020204" pitchFamily="34" charset="0"/>
              <a:buChar char="​"/>
              <a:defRPr sz="2100" b="1"/>
            </a:lvl1pPr>
            <a:lvl2pPr marL="252000">
              <a:defRPr/>
            </a:lvl2pPr>
            <a:lvl3pPr marL="504000">
              <a:defRPr/>
            </a:lvl3pPr>
          </a:lstStyle>
          <a:p>
            <a:pPr lvl="0"/>
            <a:r>
              <a:rPr lang="da-DK"/>
              <a:t>Klik for at tilføje overskrift</a:t>
            </a:r>
          </a:p>
          <a:p>
            <a:pPr lvl="1"/>
            <a:r>
              <a:rPr lang="da-DK"/>
              <a:t>Second level</a:t>
            </a:r>
          </a:p>
          <a:p>
            <a:pPr lvl="2"/>
            <a:endParaRPr lang="da-DK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3F35B7FD-E0E2-4581-BAC7-8858E530AFEA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34000" y="4012975"/>
            <a:ext cx="936000" cy="936000"/>
          </a:xfrm>
        </p:spPr>
        <p:txBody>
          <a:bodyPr wrap="none"/>
          <a:lstStyle>
            <a:lvl1pPr marL="0" indent="0">
              <a:buNone/>
              <a:defRPr sz="1000"/>
            </a:lvl1pPr>
          </a:lstStyle>
          <a:p>
            <a:pPr lvl="0"/>
            <a:r>
              <a:rPr lang="da-DK" dirty="0"/>
              <a:t>Indsæt logo: Vælg pladsholderen, indsæt logo via Templafy/Billeder</a:t>
            </a:r>
            <a:endParaRPr lang="da-DK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52C92166-E723-47D5-9A87-3354EB28C43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932112" y="5093240"/>
            <a:ext cx="3564000" cy="756000"/>
          </a:xfrm>
        </p:spPr>
        <p:txBody>
          <a:bodyPr/>
          <a:lstStyle>
            <a:lvl1pPr marL="0" indent="0">
              <a:buFont typeface="Arial" panose="020B0604020202020204" pitchFamily="34" charset="0"/>
              <a:buChar char="​"/>
              <a:defRPr sz="2000" b="1"/>
            </a:lvl1pPr>
            <a:lvl2pPr marL="252000">
              <a:defRPr/>
            </a:lvl2pPr>
            <a:lvl3pPr marL="252000" indent="0">
              <a:buNone/>
              <a:defRPr/>
            </a:lvl3pPr>
          </a:lstStyle>
          <a:p>
            <a:pPr lvl="0"/>
            <a:r>
              <a:rPr lang="da-DK" dirty="0"/>
              <a:t>Klik for at </a:t>
            </a:r>
            <a:r>
              <a:rPr lang="da-DK"/>
              <a:t>tilføje overskrift</a:t>
            </a:r>
          </a:p>
          <a:p>
            <a:pPr lvl="1"/>
            <a:r>
              <a:rPr lang="da-DK"/>
              <a:t>Second level</a:t>
            </a:r>
            <a:endParaRPr lang="da-DK" dirty="0"/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AE23DA26-37CC-4CA7-8253-FD9AB459D2EF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474740" y="1700213"/>
            <a:ext cx="936000" cy="936000"/>
          </a:xfrm>
        </p:spPr>
        <p:txBody>
          <a:bodyPr wrap="none"/>
          <a:lstStyle>
            <a:lvl1pPr marL="0" indent="0">
              <a:buNone/>
              <a:defRPr sz="1000"/>
            </a:lvl1pPr>
            <a:lvl2pPr marL="252000" indent="0">
              <a:buNone/>
              <a:defRPr sz="1000"/>
            </a:lvl2pPr>
          </a:lstStyle>
          <a:p>
            <a:pPr lvl="0"/>
            <a:r>
              <a:rPr lang="da-DK" dirty="0"/>
              <a:t>Indsæt logo: Vælg pladsholderen, indsæt logo via Templafy/Billeder</a:t>
            </a:r>
            <a:endParaRPr lang="da-DK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2682726-03AB-4490-8664-993881FA0BB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459663" y="2732400"/>
            <a:ext cx="3564000" cy="756000"/>
          </a:xfrm>
        </p:spPr>
        <p:txBody>
          <a:bodyPr/>
          <a:lstStyle>
            <a:lvl1pPr marL="0" indent="0">
              <a:buFont typeface="Arial" panose="020B0604020202020204" pitchFamily="34" charset="0"/>
              <a:buChar char="​"/>
              <a:defRPr sz="2000" b="1"/>
            </a:lvl1pPr>
            <a:lvl2pPr marL="252000">
              <a:defRPr/>
            </a:lvl2pPr>
            <a:lvl3pPr marL="504000">
              <a:defRPr/>
            </a:lvl3pPr>
          </a:lstStyle>
          <a:p>
            <a:pPr lvl="0"/>
            <a:r>
              <a:rPr lang="da-DK" dirty="0"/>
              <a:t>Klik for at </a:t>
            </a:r>
            <a:r>
              <a:rPr lang="da-DK"/>
              <a:t>tilføje overskrift</a:t>
            </a:r>
          </a:p>
          <a:p>
            <a:pPr lvl="1"/>
            <a:r>
              <a:rPr lang="da-DK"/>
              <a:t>Second level</a:t>
            </a:r>
          </a:p>
          <a:p>
            <a:pPr lvl="2"/>
            <a:endParaRPr lang="da-DK" dirty="0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762625AB-198B-4F37-9382-C78FD9118D5A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459663" y="4012975"/>
            <a:ext cx="936000" cy="936000"/>
          </a:xfrm>
        </p:spPr>
        <p:txBody>
          <a:bodyPr wrap="none"/>
          <a:lstStyle>
            <a:lvl1pPr marL="0" indent="0">
              <a:buNone/>
              <a:defRPr sz="1000"/>
            </a:lvl1pPr>
          </a:lstStyle>
          <a:p>
            <a:pPr lvl="0"/>
            <a:r>
              <a:rPr lang="da-DK" dirty="0"/>
              <a:t>Indsæt logo: Vælg pladsholderen, indsæt logo via Templafy/Billeder</a:t>
            </a:r>
            <a:endParaRPr lang="da-DK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D8AE7F93-F2C6-4199-8D16-CFB4D977F63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473948" y="5093240"/>
            <a:ext cx="3564000" cy="756000"/>
          </a:xfrm>
        </p:spPr>
        <p:txBody>
          <a:bodyPr/>
          <a:lstStyle>
            <a:lvl1pPr marL="0" indent="0">
              <a:buFont typeface="Arial" panose="020B0604020202020204" pitchFamily="34" charset="0"/>
              <a:buChar char="​"/>
              <a:defRPr sz="2000" b="1"/>
            </a:lvl1pPr>
            <a:lvl2pPr marL="252000">
              <a:defRPr/>
            </a:lvl2pPr>
            <a:lvl3pPr marL="504000">
              <a:defRPr/>
            </a:lvl3pPr>
          </a:lstStyle>
          <a:p>
            <a:pPr lvl="0"/>
            <a:r>
              <a:rPr lang="da-DK" dirty="0"/>
              <a:t>Klik for at </a:t>
            </a:r>
            <a:r>
              <a:rPr lang="da-DK"/>
              <a:t>tilføje overskrift</a:t>
            </a:r>
          </a:p>
          <a:p>
            <a:pPr lvl="1"/>
            <a:r>
              <a:rPr lang="da-DK"/>
              <a:t>Second level</a:t>
            </a:r>
            <a:endParaRPr lang="da-DK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133E6A-A4F4-491B-846E-1DACC83D9BB7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1A13B18-F5ED-4611-8DBB-F05123AFBA22}" type="datetimeFigureOut">
              <a:rPr lang="da-DK" smtClean="0"/>
              <a:pPr/>
              <a:t>01-10-2024</a:t>
            </a:fld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38E8B2-EC82-4BE1-85C6-8F2725969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37B1E-C366-494F-A587-962AD9AABC83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5829211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skrift og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6F8A6A9-890A-4EA2-8FA4-EA834B1A12F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14697" y="1700212"/>
            <a:ext cx="5367600" cy="4141787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60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overskrift</a:t>
            </a:r>
            <a:endParaRPr lang="da-DK"/>
          </a:p>
        </p:txBody>
      </p:sp>
      <p:sp>
        <p:nvSpPr>
          <p:cNvPr id="11" name="Date Placeholder 14">
            <a:extLst>
              <a:ext uri="{FF2B5EF4-FFF2-40B4-BE49-F238E27FC236}">
                <a16:creationId xmlns:a16="http://schemas.microsoft.com/office/drawing/2014/main" id="{705F52FC-7E26-46C0-8E8B-4445D500B9C7}"/>
              </a:ext>
            </a:extLst>
          </p:cNvPr>
          <p:cNvSpPr txBox="1">
            <a:spLocks/>
          </p:cNvSpPr>
          <p:nvPr userDrawn="1"/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00" kern="1200">
                <a:noFill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A13B18-F5ED-4611-8DBB-F05123AFBA22}" type="datetimeFigureOut">
              <a:rPr lang="da-DK" smtClean="0"/>
              <a:pPr/>
              <a:t>01-10-2024</a:t>
            </a:fld>
            <a:endParaRPr lang="da-DK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1B1D99-4B52-4731-AEC4-C722464A7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13B18-F5ED-4611-8DBB-F05123AFBA22}" type="datetimeFigureOut">
              <a:rPr lang="da-DK" smtClean="0"/>
              <a:pPr/>
              <a:t>01-10-2024</a:t>
            </a:fld>
            <a:endParaRPr lang="da-DK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B452C39-88DE-4155-8ED8-643714B1A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37B1E-C366-494F-A587-962AD9AABC83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198522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10400" y="1028247"/>
            <a:ext cx="11379347" cy="160267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0400" y="3369040"/>
            <a:ext cx="11371905" cy="247296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a-DK" dirty="0"/>
              <a:t>Første niveau, bullet 16 </a:t>
            </a:r>
            <a:r>
              <a:rPr lang="da-DK" dirty="0" err="1"/>
              <a:t>pkt</a:t>
            </a:r>
            <a:endParaRPr lang="da-DK" dirty="0"/>
          </a:p>
          <a:p>
            <a:pPr lvl="1"/>
            <a:r>
              <a:rPr lang="da-DK" dirty="0"/>
              <a:t>Andet niveau, bullet 14 </a:t>
            </a:r>
            <a:r>
              <a:rPr lang="da-DK" dirty="0" err="1"/>
              <a:t>pkt</a:t>
            </a:r>
            <a:endParaRPr lang="da-DK" dirty="0"/>
          </a:p>
          <a:p>
            <a:pPr lvl="2"/>
            <a:r>
              <a:rPr lang="da-DK" dirty="0"/>
              <a:t>Tredje niveau, bullet 12 </a:t>
            </a:r>
            <a:r>
              <a:rPr lang="da-DK" dirty="0" err="1"/>
              <a:t>pkt</a:t>
            </a:r>
            <a:endParaRPr lang="da-DK" dirty="0"/>
          </a:p>
          <a:p>
            <a:pPr lvl="3"/>
            <a:r>
              <a:rPr lang="da-DK" dirty="0"/>
              <a:t>Fjerde niveau, Header bold 16 </a:t>
            </a:r>
            <a:r>
              <a:rPr lang="da-DK" dirty="0" err="1"/>
              <a:t>pkt</a:t>
            </a:r>
            <a:endParaRPr lang="da-DK" dirty="0"/>
          </a:p>
          <a:p>
            <a:pPr lvl="4"/>
            <a:r>
              <a:rPr lang="da-DK" dirty="0"/>
              <a:t>Femte niveau, Body </a:t>
            </a:r>
            <a:r>
              <a:rPr lang="da-DK" dirty="0" err="1"/>
              <a:t>regular</a:t>
            </a:r>
            <a:r>
              <a:rPr lang="da-DK" dirty="0"/>
              <a:t> 16 </a:t>
            </a:r>
            <a:r>
              <a:rPr lang="da-DK" dirty="0" err="1"/>
              <a:t>pkt</a:t>
            </a:r>
            <a:endParaRPr lang="da-DK" dirty="0"/>
          </a:p>
          <a:p>
            <a:pPr lvl="5"/>
            <a:r>
              <a:rPr lang="da-DK" dirty="0"/>
              <a:t>Sjette niveau, bullet 12 </a:t>
            </a:r>
            <a:r>
              <a:rPr lang="da-DK" dirty="0" err="1"/>
              <a:t>pkt</a:t>
            </a:r>
            <a:endParaRPr lang="da-DK" dirty="0"/>
          </a:p>
          <a:p>
            <a:pPr lvl="6"/>
            <a:r>
              <a:rPr lang="da-DK" dirty="0"/>
              <a:t>Syvende niveau, bullet 12 </a:t>
            </a:r>
            <a:r>
              <a:rPr lang="da-DK" dirty="0" err="1"/>
              <a:t>pkt</a:t>
            </a:r>
            <a:r>
              <a:rPr lang="da-DK" dirty="0"/>
              <a:t> (indryk 1 gang)</a:t>
            </a:r>
            <a:endParaRPr lang="da-DK"/>
          </a:p>
          <a:p>
            <a:pPr lvl="7"/>
            <a:r>
              <a:rPr lang="da-DK" dirty="0"/>
              <a:t>Ottende niveau, Header bold, 12 </a:t>
            </a:r>
            <a:r>
              <a:rPr lang="da-DK" dirty="0" err="1"/>
              <a:t>pkt</a:t>
            </a:r>
            <a:endParaRPr lang="da-DK" dirty="0"/>
          </a:p>
          <a:p>
            <a:pPr lvl="8"/>
            <a:r>
              <a:rPr lang="da-DK" dirty="0"/>
              <a:t>Niende niveau, Body </a:t>
            </a:r>
            <a:r>
              <a:rPr lang="da-DK" dirty="0" err="1"/>
              <a:t>regular</a:t>
            </a:r>
            <a:r>
              <a:rPr lang="da-DK" dirty="0"/>
              <a:t>, 12 </a:t>
            </a:r>
            <a:r>
              <a:rPr lang="da-DK" dirty="0" err="1"/>
              <a:t>pkt</a:t>
            </a:r>
            <a:endParaRPr lang="da-DK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9C3F3D4-B958-489D-8401-2859D15536DE}"/>
              </a:ext>
            </a:extLst>
          </p:cNvPr>
          <p:cNvSpPr/>
          <p:nvPr userDrawn="1"/>
        </p:nvSpPr>
        <p:spPr>
          <a:xfrm rot="5400000">
            <a:off x="11480800" y="721379"/>
            <a:ext cx="914400" cy="3765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 anchorCtr="0"/>
          <a:lstStyle/>
          <a:p>
            <a:pPr algn="l"/>
            <a:r>
              <a:rPr lang="da-DK" sz="1100" b="1" noProof="1">
                <a:solidFill>
                  <a:schemeClr val="tx1"/>
                </a:solidFill>
              </a:rPr>
              <a:t>sdu.dk</a:t>
            </a:r>
            <a:endParaRPr lang="da-DK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AD2A31-35D3-4D5D-AA2D-C72C49CA7FB0}"/>
              </a:ext>
            </a:extLst>
          </p:cNvPr>
          <p:cNvSpPr/>
          <p:nvPr userDrawn="1"/>
        </p:nvSpPr>
        <p:spPr>
          <a:xfrm rot="5400000">
            <a:off x="11482792" y="2027544"/>
            <a:ext cx="914400" cy="3765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 anchorCtr="0"/>
          <a:lstStyle/>
          <a:p>
            <a:pPr algn="l"/>
            <a:r>
              <a:rPr lang="da-DK" sz="1100" b="1" noProof="1">
                <a:solidFill>
                  <a:schemeClr val="tx1"/>
                </a:solidFill>
              </a:rPr>
              <a:t>#sdudk</a:t>
            </a:r>
            <a:endParaRPr lang="da-DK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A56ADEC3-98E1-4CEA-9AF5-46F4CDD2FA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</a:defRPr>
            </a:lvl1pPr>
          </a:lstStyle>
          <a:p>
            <a:fld id="{F1A13B18-F5ED-4611-8DBB-F05123AFBA22}" type="datetimeFigureOut">
              <a:rPr lang="da-DK" smtClean="0"/>
              <a:pPr/>
              <a:t>01-10-2024</a:t>
            </a:fld>
            <a:endParaRPr lang="da-DK" dirty="0"/>
          </a:p>
        </p:txBody>
      </p:sp>
      <p:pic>
        <p:nvPicPr>
          <p:cNvPr id="25" name="Logo black">
            <a:extLst>
              <a:ext uri="{FF2B5EF4-FFF2-40B4-BE49-F238E27FC236}">
                <a16:creationId xmlns:a16="http://schemas.microsoft.com/office/drawing/2014/main" id="{860AC4C2-E6D6-4DCE-950A-C298C0AE9B87}"/>
              </a:ext>
            </a:extLst>
          </p:cNvPr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346" y="6294893"/>
            <a:ext cx="784800" cy="211840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6C4C210-3CAD-4E96-8F10-9CD4863FC9B7}"/>
              </a:ext>
            </a:extLst>
          </p:cNvPr>
          <p:cNvCxnSpPr>
            <a:cxnSpLocks/>
          </p:cNvCxnSpPr>
          <p:nvPr userDrawn="1"/>
        </p:nvCxnSpPr>
        <p:spPr>
          <a:xfrm>
            <a:off x="410400" y="715665"/>
            <a:ext cx="6992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45D37B1E-C366-494F-A587-962AD9AABC83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18" name="Date Placeholder 14">
            <a:extLst>
              <a:ext uri="{FF2B5EF4-FFF2-40B4-BE49-F238E27FC236}">
                <a16:creationId xmlns:a16="http://schemas.microsoft.com/office/drawing/2014/main" id="{7DF98717-AAEA-4E2B-96B8-AAAFF896C0EA}"/>
              </a:ext>
            </a:extLst>
          </p:cNvPr>
          <p:cNvSpPr txBox="1">
            <a:spLocks/>
          </p:cNvSpPr>
          <p:nvPr userDrawn="1"/>
        </p:nvSpPr>
        <p:spPr>
          <a:xfrm>
            <a:off x="0" y="691200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00" kern="1200">
                <a:noFill/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1A13B18-F5ED-4611-8DBB-F05123AFBA22}" type="datetimeFigureOut">
              <a:rPr lang="da-DK" smtClean="0"/>
              <a:pPr/>
              <a:t>01-10-2024</a:t>
            </a:fld>
            <a:endParaRPr lang="da-DK" dirty="0"/>
          </a:p>
        </p:txBody>
      </p:sp>
      <p:sp>
        <p:nvSpPr>
          <p:cNvPr id="13" name="text" descr="{&quot;templafy&quot;:{&quot;id&quot;:&quot;5e2609e4-4f28-435a-9219-c4a948b20dfb&quot;}}" title="UserProfile.Institut.InstituteDCU_{{DocumentLanguage}}">
            <a:extLst>
              <a:ext uri="{FF2B5EF4-FFF2-40B4-BE49-F238E27FC236}">
                <a16:creationId xmlns:a16="http://schemas.microsoft.com/office/drawing/2014/main" id="{125E96D5-3BB9-422E-861E-C7C7A150AD68}"/>
              </a:ext>
            </a:extLst>
          </p:cNvPr>
          <p:cNvSpPr txBox="1">
            <a:spLocks/>
          </p:cNvSpPr>
          <p:nvPr userDrawn="1"/>
        </p:nvSpPr>
        <p:spPr>
          <a:xfrm>
            <a:off x="411163" y="450893"/>
            <a:ext cx="5684837" cy="284778"/>
          </a:xfrm>
          <a:prstGeom prst="rect">
            <a:avLst/>
          </a:prstGeom>
          <a:noFill/>
        </p:spPr>
        <p:txBody>
          <a:bodyPr wrap="square" lIns="10800" tIns="0" rIns="0" bIns="90000" anchor="b" anchorCtr="0">
            <a:sp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a-DK" dirty="0"/>
              <a:t>SDU Robotics</a:t>
            </a:r>
          </a:p>
        </p:txBody>
      </p:sp>
    </p:spTree>
    <p:extLst>
      <p:ext uri="{BB962C8B-B14F-4D97-AF65-F5344CB8AC3E}">
        <p14:creationId xmlns:p14="http://schemas.microsoft.com/office/powerpoint/2010/main" val="2143522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1" r:id="rId2"/>
    <p:sldLayoutId id="2147483680" r:id="rId3"/>
    <p:sldLayoutId id="2147483688" r:id="rId4"/>
    <p:sldLayoutId id="2147483690" r:id="rId5"/>
    <p:sldLayoutId id="2147483686" r:id="rId6"/>
    <p:sldLayoutId id="2147483692" r:id="rId7"/>
    <p:sldLayoutId id="2147483682" r:id="rId8"/>
    <p:sldLayoutId id="2147483689" r:id="rId9"/>
    <p:sldLayoutId id="2147483676" r:id="rId10"/>
    <p:sldLayoutId id="2147483654" r:id="rId11"/>
    <p:sldLayoutId id="2147483685" r:id="rId12"/>
    <p:sldLayoutId id="2147483691" r:id="rId13"/>
    <p:sldLayoutId id="2147483662" r:id="rId14"/>
  </p:sldLayoutIdLst>
  <p:hf hdr="0"/>
  <p:txStyles>
    <p:titleStyle>
      <a:lvl1pPr algn="l" defTabSz="914400" rtl="0" eaLnBrk="1" latinLnBrk="0" hangingPunct="1">
        <a:lnSpc>
          <a:spcPct val="97000"/>
        </a:lnSpc>
        <a:spcBef>
          <a:spcPct val="0"/>
        </a:spcBef>
        <a:buNone/>
        <a:tabLst>
          <a:tab pos="1438275" algn="l"/>
        </a:tabLst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2000" indent="-252000" algn="l" defTabSz="914400" rtl="0" eaLnBrk="1" latinLnBrk="0" hangingPunct="1">
        <a:lnSpc>
          <a:spcPct val="110000"/>
        </a:lnSpc>
        <a:spcBef>
          <a:spcPts val="0"/>
        </a:spcBef>
        <a:buFont typeface="Wingdings" panose="05000000000000000000" pitchFamily="2" charset="2"/>
        <a:buChar char="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04000" indent="-252000" algn="l" defTabSz="914400" rtl="0" eaLnBrk="1" latinLnBrk="0" hangingPunct="1">
        <a:lnSpc>
          <a:spcPct val="110000"/>
        </a:lnSpc>
        <a:spcBef>
          <a:spcPts val="0"/>
        </a:spcBef>
        <a:buFont typeface="Wingdings" panose="05000000000000000000" pitchFamily="2" charset="2"/>
        <a:buChar char="à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756000" indent="-252000" algn="l" defTabSz="914400" rtl="0" eaLnBrk="1" latinLnBrk="0" hangingPunct="1">
        <a:lnSpc>
          <a:spcPct val="110000"/>
        </a:lnSpc>
        <a:spcBef>
          <a:spcPts val="0"/>
        </a:spcBef>
        <a:buFont typeface="Wingdings" panose="05000000000000000000" pitchFamily="2" charset="2"/>
        <a:buChar char="à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​"/>
        <a:defRPr sz="1600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10000"/>
        </a:lnSpc>
        <a:spcBef>
          <a:spcPts val="0"/>
        </a:spcBef>
        <a:buFont typeface="Arial" panose="020B0604020202020204" pitchFamily="34" charset="0"/>
        <a:buChar char="​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2000" indent="-252000" algn="l" defTabSz="914400" rtl="0" eaLnBrk="1" latinLnBrk="0" hangingPunct="1">
        <a:lnSpc>
          <a:spcPct val="110000"/>
        </a:lnSpc>
        <a:spcBef>
          <a:spcPts val="0"/>
        </a:spcBef>
        <a:buFont typeface="Wingdings" panose="05000000000000000000" pitchFamily="2" charset="2"/>
        <a:buChar char="à"/>
        <a:defRPr sz="12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504000" indent="-252000" algn="l" defTabSz="914400" rtl="0" eaLnBrk="1" latinLnBrk="0" hangingPunct="1">
        <a:lnSpc>
          <a:spcPct val="110000"/>
        </a:lnSpc>
        <a:spcBef>
          <a:spcPts val="0"/>
        </a:spcBef>
        <a:buFont typeface="Wingdings" panose="05000000000000000000" pitchFamily="2" charset="2"/>
        <a:buChar char="à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​"/>
        <a:defRPr sz="120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10000"/>
        </a:lnSpc>
        <a:spcBef>
          <a:spcPts val="0"/>
        </a:spcBef>
        <a:buFont typeface="Arial" panose="020B0604020202020204" pitchFamily="34" charset="0"/>
        <a:buChar char="​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85" userDrawn="1">
          <p15:clr>
            <a:srgbClr val="F26B43"/>
          </p15:clr>
        </p15:guide>
        <p15:guide id="4" orient="horz" pos="1071" userDrawn="1">
          <p15:clr>
            <a:srgbClr val="F26B43"/>
          </p15:clr>
        </p15:guide>
        <p15:guide id="5" pos="259" userDrawn="1">
          <p15:clr>
            <a:srgbClr val="F26B43"/>
          </p15:clr>
        </p15:guide>
        <p15:guide id="6" pos="7421" userDrawn="1">
          <p15:clr>
            <a:srgbClr val="F26B43"/>
          </p15:clr>
        </p15:guide>
        <p15:guide id="7" orient="horz" pos="1253" userDrawn="1">
          <p15:clr>
            <a:srgbClr val="F26B43"/>
          </p15:clr>
        </p15:guide>
        <p15:guide id="8" orient="horz" pos="3680" userDrawn="1">
          <p15:clr>
            <a:srgbClr val="F26B43"/>
          </p15:clr>
        </p15:guide>
        <p15:guide id="9" orient="horz" pos="3916" userDrawn="1">
          <p15:clr>
            <a:srgbClr val="F26B43"/>
          </p15:clr>
        </p15:guide>
        <p15:guide id="10" orient="horz" pos="4094" userDrawn="1">
          <p15:clr>
            <a:srgbClr val="F26B43"/>
          </p15:clr>
        </p15:guide>
        <p15:guide id="11" pos="54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customXml" Target="../../customXml/item3.xml"/><Relationship Id="rId1" Type="http://schemas.openxmlformats.org/officeDocument/2006/relationships/customXml" Target="../../customXml/item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el 31">
            <a:extLst>
              <a:ext uri="{FF2B5EF4-FFF2-40B4-BE49-F238E27FC236}">
                <a16:creationId xmlns:a16="http://schemas.microsoft.com/office/drawing/2014/main" id="{A51DA613-011A-5841-A3FA-68B2D005A1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sz="6600"/>
              <a:t>Robotteknologiske metoder (</a:t>
            </a:r>
            <a:r>
              <a:rPr lang="da-DK" sz="6600" dirty="0"/>
              <a:t>MMP)</a:t>
            </a:r>
            <a:br>
              <a:rPr lang="da-DK" sz="6600" dirty="0"/>
            </a:br>
            <a:br>
              <a:rPr lang="da-DK" sz="6600" dirty="0"/>
            </a:br>
            <a:r>
              <a:rPr lang="da-DK" sz="6600" dirty="0"/>
              <a:t>Lektion 5 - </a:t>
            </a:r>
            <a:r>
              <a:rPr lang="da-DK" sz="6600" dirty="0" err="1"/>
              <a:t>Matlab</a:t>
            </a:r>
            <a:endParaRPr lang="da-DK" sz="66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CF08C6-7869-42F2-829E-6683126F4D2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3C7CD7C-F7E2-4FF3-B441-BD5C13FCA230}" type="datetime1">
              <a:rPr lang="da-DK" smtClean="0"/>
              <a:t>01-10-2024</a:t>
            </a:fld>
            <a:endParaRPr lang="da-DK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261271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9834686D-4668-400D-AFC1-1113640741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Loops: </a:t>
            </a:r>
            <a:r>
              <a:rPr lang="da-DK" dirty="0" err="1"/>
              <a:t>while</a:t>
            </a:r>
            <a:endParaRPr lang="da-DK" dirty="0"/>
          </a:p>
        </p:txBody>
      </p:sp>
      <p:sp>
        <p:nvSpPr>
          <p:cNvPr id="5" name="Pladsholder til indhold 4">
            <a:extLst>
              <a:ext uri="{FF2B5EF4-FFF2-40B4-BE49-F238E27FC236}">
                <a16:creationId xmlns:a16="http://schemas.microsoft.com/office/drawing/2014/main" id="{3C95E359-DC2D-410D-8F7D-CACCD3659A6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a-DK" dirty="0" err="1"/>
              <a:t>while</a:t>
            </a:r>
            <a:r>
              <a:rPr lang="da-DK" dirty="0"/>
              <a:t>-loop is like the for look but </a:t>
            </a:r>
            <a:r>
              <a:rPr lang="da-DK" dirty="0" err="1"/>
              <a:t>continues</a:t>
            </a:r>
            <a:r>
              <a:rPr lang="da-DK" dirty="0"/>
              <a:t> </a:t>
            </a:r>
            <a:r>
              <a:rPr lang="da-DK" dirty="0" err="1"/>
              <a:t>forever</a:t>
            </a:r>
            <a:r>
              <a:rPr lang="da-DK" dirty="0"/>
              <a:t> </a:t>
            </a:r>
            <a:r>
              <a:rPr lang="da-DK" dirty="0" err="1"/>
              <a:t>until</a:t>
            </a:r>
            <a:r>
              <a:rPr lang="da-DK" dirty="0"/>
              <a:t> a </a:t>
            </a:r>
            <a:r>
              <a:rPr lang="da-DK" dirty="0" err="1"/>
              <a:t>criteria</a:t>
            </a:r>
            <a:r>
              <a:rPr lang="da-DK" dirty="0"/>
              <a:t> is </a:t>
            </a:r>
            <a:r>
              <a:rPr lang="da-DK" dirty="0" err="1"/>
              <a:t>met</a:t>
            </a:r>
            <a:endParaRPr lang="da-DK" dirty="0"/>
          </a:p>
          <a:p>
            <a:endParaRPr lang="da-DK" dirty="0"/>
          </a:p>
          <a:p>
            <a:r>
              <a:rPr lang="da-DK" dirty="0" err="1"/>
              <a:t>Example</a:t>
            </a:r>
            <a:r>
              <a:rPr lang="da-DK" dirty="0"/>
              <a:t>:</a:t>
            </a:r>
            <a:br>
              <a:rPr lang="da-DK" dirty="0"/>
            </a:br>
            <a:br>
              <a:rPr lang="da-DK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value = 1;</a:t>
            </a:r>
            <a:b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0" i="0" u="none" strike="noStrike" dirty="0">
                <a:solidFill>
                  <a:srgbClr val="0E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while </a:t>
            </a:r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abs(value) &gt; 0.1</a:t>
            </a:r>
            <a:b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value = value/2;</a:t>
            </a:r>
            <a:b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disp</a:t>
            </a:r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(value)</a:t>
            </a:r>
            <a:b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0" i="0" u="none" strike="noStrike" dirty="0">
                <a:solidFill>
                  <a:srgbClr val="0E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  <a:endParaRPr lang="en-US" b="0" i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36B2C59D-1108-46F9-8ACF-229895A80FA9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0C4CB0D-E3CF-452C-8165-2476E368C29B}" type="datetime1">
              <a:rPr lang="da-DK" smtClean="0"/>
              <a:t>01-10-2024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257558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D1C1BB-8817-4574-B7AB-50BAC74F17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Break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98A2E79F-223C-473E-AC73-69CB18B134D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a-DK" dirty="0"/>
              <a:t>If </a:t>
            </a:r>
            <a:r>
              <a:rPr lang="da-DK" dirty="0" err="1"/>
              <a:t>one</a:t>
            </a:r>
            <a:r>
              <a:rPr lang="da-DK" dirty="0"/>
              <a:t> </a:t>
            </a:r>
            <a:r>
              <a:rPr lang="da-DK" dirty="0" err="1"/>
              <a:t>needs</a:t>
            </a:r>
            <a:r>
              <a:rPr lang="da-DK" dirty="0"/>
              <a:t> to break out </a:t>
            </a:r>
            <a:r>
              <a:rPr lang="da-DK" dirty="0" err="1"/>
              <a:t>before</a:t>
            </a:r>
            <a:r>
              <a:rPr lang="da-DK" dirty="0"/>
              <a:t> </a:t>
            </a:r>
            <a:r>
              <a:rPr lang="da-DK" dirty="0" err="1"/>
              <a:t>criteria</a:t>
            </a:r>
            <a:r>
              <a:rPr lang="da-DK" dirty="0"/>
              <a:t> is </a:t>
            </a:r>
            <a:r>
              <a:rPr lang="da-DK" dirty="0" err="1"/>
              <a:t>met</a:t>
            </a:r>
            <a:br>
              <a:rPr lang="da-DK" dirty="0"/>
            </a:br>
            <a:endParaRPr lang="da-DK" dirty="0"/>
          </a:p>
          <a:p>
            <a:r>
              <a:rPr lang="da-DK" dirty="0" err="1"/>
              <a:t>Example</a:t>
            </a:r>
            <a:br>
              <a:rPr lang="da-DK" dirty="0"/>
            </a:br>
            <a:br>
              <a:rPr lang="da-DK" dirty="0"/>
            </a:br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value = 1000;</a:t>
            </a:r>
            <a:b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0" i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1;</a:t>
            </a:r>
            <a:b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0" i="0" u="none" strike="noStrike" dirty="0">
                <a:solidFill>
                  <a:srgbClr val="0E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while </a:t>
            </a:r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abs(value) &gt; 0.1</a:t>
            </a:r>
            <a:b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+ 1;</a:t>
            </a:r>
            <a:b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value = value/2;</a:t>
            </a:r>
            <a:b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disp</a:t>
            </a:r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value)</a:t>
            </a:r>
            <a:b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0" i="0" u="none" strike="noStrike" dirty="0">
                <a:solidFill>
                  <a:srgbClr val="0E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&gt; 10</a:t>
            </a:r>
            <a:b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0" i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b="0" i="0" u="none" strike="noStrike" dirty="0">
                <a:solidFill>
                  <a:srgbClr val="0E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br>
              <a:rPr lang="en-US" b="0" i="0" u="none" strike="noStrike" dirty="0">
                <a:solidFill>
                  <a:srgbClr val="0E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0" i="0" u="none" strike="noStrike" dirty="0">
                <a:solidFill>
                  <a:srgbClr val="0E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end</a:t>
            </a:r>
            <a:br>
              <a:rPr lang="en-US" b="0" i="0" u="none" strike="noStrike" dirty="0">
                <a:solidFill>
                  <a:srgbClr val="0E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0" i="0" u="none" strike="noStrike" dirty="0" err="1">
                <a:solidFill>
                  <a:srgbClr val="0E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end</a:t>
            </a:r>
            <a:endParaRPr lang="en-US" b="0" i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a-DK" dirty="0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DF77704D-31B4-41CB-8A30-FFA75B93962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F85D6E7-EC8E-4704-BCC9-3481D5121E71}" type="datetime1">
              <a:rPr lang="da-DK" smtClean="0"/>
              <a:t>01-10-2024</a:t>
            </a:fld>
            <a:endParaRPr lang="da-DK" dirty="0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92A02CA2-AE6B-4BF1-AA9E-7FEFA6ED4FA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45D37B1E-C366-494F-A587-962AD9AABC83}" type="slidenum">
              <a:rPr lang="da-DK" smtClean="0"/>
              <a:pPr/>
              <a:t>3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168090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5A6517B7-0A8D-45D6-BF18-5D219EAAF8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err="1"/>
              <a:t>Homework</a:t>
            </a:r>
            <a:r>
              <a:rPr lang="da-DK" dirty="0"/>
              <a:t> 1: </a:t>
            </a:r>
            <a:r>
              <a:rPr lang="da-DK" dirty="0" err="1"/>
              <a:t>Bisection</a:t>
            </a:r>
            <a:r>
              <a:rPr lang="da-DK" dirty="0"/>
              <a:t> </a:t>
            </a:r>
            <a:r>
              <a:rPr lang="da-DK" dirty="0" err="1"/>
              <a:t>method</a:t>
            </a:r>
            <a:r>
              <a:rPr lang="da-DK" dirty="0"/>
              <a:t> (</a:t>
            </a:r>
            <a:r>
              <a:rPr lang="da-DK" dirty="0" err="1"/>
              <a:t>root</a:t>
            </a:r>
            <a:r>
              <a:rPr lang="da-DK" dirty="0"/>
              <a:t> </a:t>
            </a:r>
            <a:r>
              <a:rPr lang="da-DK" dirty="0" err="1"/>
              <a:t>finding</a:t>
            </a:r>
            <a:r>
              <a:rPr lang="da-DK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Pladsholder til indhold 4">
                <a:extLst>
                  <a:ext uri="{FF2B5EF4-FFF2-40B4-BE49-F238E27FC236}">
                    <a16:creationId xmlns:a16="http://schemas.microsoft.com/office/drawing/2014/main" id="{C429EF23-FAD0-4EA0-9301-3AF57DA644C2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r>
                  <a:rPr lang="da-DK" dirty="0" err="1"/>
                  <a:t>Implement</a:t>
                </a:r>
                <a:r>
                  <a:rPr lang="da-DK" dirty="0"/>
                  <a:t> the </a:t>
                </a:r>
                <a:r>
                  <a:rPr lang="da-DK" dirty="0" err="1"/>
                  <a:t>bisection</a:t>
                </a:r>
                <a:r>
                  <a:rPr lang="da-DK" dirty="0"/>
                  <a:t> </a:t>
                </a:r>
                <a:r>
                  <a:rPr lang="da-DK" dirty="0" err="1"/>
                  <a:t>method</a:t>
                </a:r>
                <a:r>
                  <a:rPr lang="da-DK" dirty="0"/>
                  <a:t> </a:t>
                </a:r>
                <a:r>
                  <a:rPr lang="da-DK" dirty="0" err="1"/>
                  <a:t>using</a:t>
                </a:r>
                <a:r>
                  <a:rPr lang="da-DK" dirty="0"/>
                  <a:t> the </a:t>
                </a:r>
                <a:r>
                  <a:rPr lang="da-DK" dirty="0" err="1"/>
                  <a:t>below</a:t>
                </a:r>
                <a:r>
                  <a:rPr lang="da-DK" dirty="0"/>
                  <a:t> </a:t>
                </a:r>
                <a:r>
                  <a:rPr lang="da-DK" dirty="0" err="1"/>
                  <a:t>method</a:t>
                </a:r>
                <a:r>
                  <a:rPr lang="da-DK" dirty="0"/>
                  <a:t>:</a:t>
                </a:r>
              </a:p>
              <a:p>
                <a:endParaRPr lang="da-DK" dirty="0"/>
              </a:p>
              <a:p>
                <a:r>
                  <a:rPr lang="da-DK" dirty="0"/>
                  <a:t>Input</a:t>
                </a:r>
              </a:p>
              <a:p>
                <a:pPr lvl="1"/>
                <a:r>
                  <a:rPr lang="da-DK" dirty="0" err="1"/>
                  <a:t>continuous</a:t>
                </a:r>
                <a:r>
                  <a:rPr lang="da-DK" dirty="0"/>
                  <a:t> </a:t>
                </a:r>
                <a:r>
                  <a:rPr lang="da-DK" dirty="0" err="1"/>
                  <a:t>function</a:t>
                </a:r>
                <a:r>
                  <a:rPr lang="da-DK" dirty="0"/>
                  <a:t> </a:t>
                </a:r>
                <a14:m>
                  <m:oMath xmlns:m="http://schemas.openxmlformats.org/officeDocument/2006/math">
                    <m:r>
                      <a:rPr lang="da-DK" i="1" dirty="0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endParaRPr lang="da-DK" dirty="0"/>
              </a:p>
              <a:p>
                <a:pPr lvl="1"/>
                <a:r>
                  <a:rPr lang="da-DK" dirty="0"/>
                  <a:t>an interval </a:t>
                </a:r>
                <a14:m>
                  <m:oMath xmlns:m="http://schemas.openxmlformats.org/officeDocument/2006/math">
                    <m:r>
                      <a:rPr lang="da-DK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da-DK" dirty="0"/>
                  <a:t> </a:t>
                </a:r>
                <a:r>
                  <a:rPr lang="da-DK" dirty="0" err="1"/>
                  <a:t>such</a:t>
                </a:r>
                <a:r>
                  <a:rPr lang="da-DK" dirty="0"/>
                  <a:t> </a:t>
                </a:r>
                <a:r>
                  <a:rPr lang="da-DK" dirty="0" err="1"/>
                  <a:t>that</a:t>
                </a:r>
                <a:r>
                  <a:rPr lang="da-DK" dirty="0"/>
                  <a:t> </a:t>
                </a:r>
                <a14:m>
                  <m:oMath xmlns:m="http://schemas.openxmlformats.org/officeDocument/2006/math">
                    <m:r>
                      <a:rPr lang="da-DK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a-DK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da-DK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a-DK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a-DK" dirty="0"/>
                  <a:t> and </a:t>
                </a:r>
                <a14:m>
                  <m:oMath xmlns:m="http://schemas.openxmlformats.org/officeDocument/2006/math">
                    <m:r>
                      <a:rPr lang="da-DK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a-DK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a-DK" dirty="0"/>
                  <a:t> has </a:t>
                </a:r>
                <a:r>
                  <a:rPr lang="da-DK" dirty="0" err="1"/>
                  <a:t>opposite</a:t>
                </a:r>
                <a:r>
                  <a:rPr lang="da-DK" dirty="0"/>
                  <a:t> </a:t>
                </a:r>
                <a:r>
                  <a:rPr lang="da-DK" dirty="0" err="1"/>
                  <a:t>signs</a:t>
                </a:r>
                <a:r>
                  <a:rPr lang="da-DK" dirty="0"/>
                  <a:t> (</a:t>
                </a:r>
                <a:r>
                  <a:rPr lang="da-DK" dirty="0" err="1"/>
                  <a:t>this</a:t>
                </a:r>
                <a:r>
                  <a:rPr lang="da-DK" dirty="0"/>
                  <a:t> </a:t>
                </a:r>
                <a:r>
                  <a:rPr lang="da-DK" dirty="0" err="1"/>
                  <a:t>means</a:t>
                </a:r>
                <a:r>
                  <a:rPr lang="da-DK" dirty="0"/>
                  <a:t>, </a:t>
                </a:r>
                <a:r>
                  <a:rPr lang="da-DK" dirty="0" err="1"/>
                  <a:t>there</a:t>
                </a:r>
                <a:r>
                  <a:rPr lang="da-DK" dirty="0"/>
                  <a:t> is at </a:t>
                </a:r>
                <a:r>
                  <a:rPr lang="da-DK" dirty="0" err="1"/>
                  <a:t>least</a:t>
                </a:r>
                <a:r>
                  <a:rPr lang="da-DK" dirty="0"/>
                  <a:t> </a:t>
                </a:r>
                <a:r>
                  <a:rPr lang="da-DK" dirty="0" err="1"/>
                  <a:t>one</a:t>
                </a:r>
                <a:r>
                  <a:rPr lang="da-DK" dirty="0"/>
                  <a:t> </a:t>
                </a:r>
                <a:r>
                  <a:rPr lang="da-DK" dirty="0" err="1"/>
                  <a:t>root</a:t>
                </a:r>
                <a:r>
                  <a:rPr lang="da-DK" dirty="0"/>
                  <a:t> in </a:t>
                </a:r>
                <a14:m>
                  <m:oMath xmlns:m="http://schemas.openxmlformats.org/officeDocument/2006/math">
                    <m:r>
                      <a:rPr lang="da-DK" i="1" dirty="0">
                        <a:latin typeface="Cambria Math" panose="02040503050406030204" pitchFamily="18" charset="0"/>
                      </a:rPr>
                      <m:t>[</m:t>
                    </m:r>
                    <m:r>
                      <a:rPr lang="da-DK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a-DK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a-DK" i="1" dirty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a-DK" i="1" dirty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da-DK" dirty="0"/>
                  <a:t>)</a:t>
                </a:r>
              </a:p>
              <a:p>
                <a:endParaRPr lang="da-DK" dirty="0"/>
              </a:p>
              <a:p>
                <a:r>
                  <a:rPr lang="da-DK" dirty="0"/>
                  <a:t>Steps (iterations)</a:t>
                </a:r>
              </a:p>
              <a:p>
                <a:pPr marL="594900" lvl="1" indent="-342900">
                  <a:buFont typeface="+mj-lt"/>
                  <a:buAutoNum type="arabicPeriod"/>
                </a:pPr>
                <a:r>
                  <a:rPr lang="da-DK" dirty="0" err="1"/>
                  <a:t>Calculate</a:t>
                </a:r>
                <a:r>
                  <a:rPr lang="da-DK" dirty="0"/>
                  <a:t> c, the </a:t>
                </a:r>
                <a:r>
                  <a:rPr lang="da-DK" dirty="0" err="1"/>
                  <a:t>midpoint</a:t>
                </a:r>
                <a:r>
                  <a:rPr lang="da-DK" dirty="0"/>
                  <a:t> of the interval: </a:t>
                </a:r>
                <a14:m>
                  <m:oMath xmlns:m="http://schemas.openxmlformats.org/officeDocument/2006/math">
                    <m:r>
                      <a:rPr lang="da-DK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 =</m:t>
                    </m:r>
                    <m:f>
                      <m:fPr>
                        <m:ctrlPr>
                          <a:rPr lang="da-DK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a-DK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a-DK" i="1" dirty="0" smtClean="0">
                            <a:latin typeface="Cambria Math" panose="02040503050406030204" pitchFamily="18" charset="0"/>
                          </a:rPr>
                          <m:t> + </m:t>
                        </m:r>
                        <m:r>
                          <a:rPr lang="da-DK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num>
                      <m:den>
                        <m:r>
                          <a:rPr lang="da-DK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da-DK" dirty="0"/>
                  <a:t> </a:t>
                </a:r>
              </a:p>
              <a:p>
                <a:pPr marL="594900" lvl="1" indent="-342900">
                  <a:buFont typeface="+mj-lt"/>
                  <a:buAutoNum type="arabicPeriod"/>
                </a:pPr>
                <a:r>
                  <a:rPr lang="da-DK" dirty="0" err="1"/>
                  <a:t>Calculate</a:t>
                </a:r>
                <a:r>
                  <a:rPr lang="da-DK" dirty="0"/>
                  <a:t> the </a:t>
                </a:r>
                <a:r>
                  <a:rPr lang="da-DK" dirty="0" err="1"/>
                  <a:t>function</a:t>
                </a:r>
                <a:r>
                  <a:rPr lang="da-DK" dirty="0"/>
                  <a:t> </a:t>
                </a:r>
                <a:r>
                  <a:rPr lang="da-DK" dirty="0" err="1"/>
                  <a:t>value</a:t>
                </a:r>
                <a:r>
                  <a:rPr lang="da-DK" dirty="0"/>
                  <a:t> </a:t>
                </a:r>
                <a14:m>
                  <m:oMath xmlns:m="http://schemas.openxmlformats.org/officeDocument/2006/math">
                    <m:r>
                      <a:rPr lang="da-DK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a-DK" dirty="0"/>
              </a:p>
              <a:p>
                <a:pPr marL="594900" lvl="1" indent="-342900">
                  <a:buFont typeface="+mj-lt"/>
                  <a:buAutoNum type="arabicPeriod"/>
                </a:pPr>
                <a:r>
                  <a:rPr lang="da-DK" dirty="0"/>
                  <a:t>If the </a:t>
                </a:r>
                <a:r>
                  <a:rPr lang="da-DK" dirty="0" err="1"/>
                  <a:t>convergence</a:t>
                </a:r>
                <a:r>
                  <a:rPr lang="da-DK" dirty="0"/>
                  <a:t> </a:t>
                </a:r>
                <a:r>
                  <a:rPr lang="da-DK" dirty="0" err="1"/>
                  <a:t>satisfies</a:t>
                </a:r>
                <a:r>
                  <a:rPr lang="da-DK" dirty="0"/>
                  <a:t> a </a:t>
                </a:r>
                <a:r>
                  <a:rPr lang="da-DK" dirty="0" err="1"/>
                  <a:t>criteria</a:t>
                </a:r>
                <a:r>
                  <a:rPr lang="da-DK" dirty="0"/>
                  <a:t> (</a:t>
                </a:r>
                <a:r>
                  <a:rPr lang="da-DK" dirty="0" err="1"/>
                  <a:t>e.g</a:t>
                </a:r>
                <a:r>
                  <a:rPr lang="da-DK" dirty="0"/>
                  <a:t>. </a:t>
                </a:r>
                <a14:m>
                  <m:oMath xmlns:m="http://schemas.openxmlformats.org/officeDocument/2006/math">
                    <m:r>
                      <a:rPr lang="da-DK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 &lt; </m:t>
                    </m:r>
                    <m:sSup>
                      <m:sSupPr>
                        <m:ctrlPr>
                          <a:rPr lang="da-DK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a-DK" i="1" dirty="0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da-DK" i="1" dirty="0" smtClean="0"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da-DK" dirty="0"/>
                  <a:t>    or     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a-DK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a-DK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d>
                      </m:e>
                    </m:d>
                    <m:r>
                      <a:rPr lang="da-DK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da-DK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da-DK" dirty="0"/>
                  <a:t>    </a:t>
                </a:r>
                <a:r>
                  <a:rPr lang="da-DK" dirty="0" err="1"/>
                  <a:t>where</a:t>
                </a:r>
                <a:r>
                  <a:rPr lang="da-DK" dirty="0"/>
                  <a:t>     </a:t>
                </a:r>
                <a14:m>
                  <m:oMath xmlns:m="http://schemas.openxmlformats.org/officeDocument/2006/math">
                    <m:r>
                      <a:rPr lang="da-DK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da-DK" dirty="0"/>
                  <a:t>    is a small </a:t>
                </a:r>
                <a:r>
                  <a:rPr lang="da-DK" dirty="0" err="1"/>
                  <a:t>number</a:t>
                </a:r>
                <a:r>
                  <a:rPr lang="da-DK" dirty="0"/>
                  <a:t>, </a:t>
                </a:r>
                <a:r>
                  <a:rPr lang="da-DK" dirty="0" err="1"/>
                  <a:t>e.g</a:t>
                </a:r>
                <a:r>
                  <a:rPr lang="da-DK" dirty="0"/>
                  <a:t>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a-DK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a-DK" i="1" dirty="0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da-DK" i="1" dirty="0" smtClean="0"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da-DK" dirty="0"/>
                  <a:t> ) return the </a:t>
                </a:r>
                <a:r>
                  <a:rPr lang="da-DK" dirty="0" err="1"/>
                  <a:t>result</a:t>
                </a:r>
                <a:r>
                  <a:rPr lang="da-DK" dirty="0"/>
                  <a:t> </a:t>
                </a:r>
                <a14:m>
                  <m:oMath xmlns:m="http://schemas.openxmlformats.org/officeDocument/2006/math">
                    <m:r>
                      <a:rPr lang="da-DK" i="1" dirty="0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da-DK" dirty="0"/>
              </a:p>
              <a:p>
                <a:pPr marL="594900" lvl="1" indent="-342900">
                  <a:buFont typeface="+mj-lt"/>
                  <a:buAutoNum type="arabicPeriod"/>
                </a:pPr>
                <a:r>
                  <a:rPr lang="da-DK" dirty="0" err="1"/>
                  <a:t>Examine</a:t>
                </a:r>
                <a:r>
                  <a:rPr lang="da-DK" dirty="0"/>
                  <a:t> the sign of </a:t>
                </a:r>
                <a14:m>
                  <m:oMath xmlns:m="http://schemas.openxmlformats.org/officeDocument/2006/math">
                    <m:r>
                      <a:rPr lang="da-DK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a-DK" dirty="0"/>
                  <a:t> and </a:t>
                </a:r>
                <a:r>
                  <a:rPr lang="da-DK" dirty="0" err="1"/>
                  <a:t>replace</a:t>
                </a:r>
                <a:r>
                  <a:rPr lang="da-DK" dirty="0"/>
                  <a:t> </a:t>
                </a:r>
                <a:r>
                  <a:rPr lang="da-DK" dirty="0" err="1"/>
                  <a:t>either</a:t>
                </a:r>
                <a:r>
                  <a:rPr lang="da-DK" dirty="0"/>
                  <a:t> </a:t>
                </a:r>
                <a14:m>
                  <m:oMath xmlns:m="http://schemas.openxmlformats.org/officeDocument/2006/math">
                    <m:r>
                      <a:rPr lang="da-DK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da-DK" dirty="0"/>
                  <a:t> or </a:t>
                </a:r>
                <a14:m>
                  <m:oMath xmlns:m="http://schemas.openxmlformats.org/officeDocument/2006/math">
                    <m:r>
                      <a:rPr lang="da-DK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)) </m:t>
                    </m:r>
                  </m:oMath>
                </a14:m>
                <a:r>
                  <a:rPr lang="da-DK" dirty="0"/>
                  <a:t>with </a:t>
                </a:r>
                <a14:m>
                  <m:oMath xmlns:m="http://schemas.openxmlformats.org/officeDocument/2006/math">
                    <m:r>
                      <a:rPr lang="da-DK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da-DK" dirty="0"/>
                  <a:t> </a:t>
                </a:r>
                <a:r>
                  <a:rPr lang="da-DK" dirty="0" err="1"/>
                  <a:t>such</a:t>
                </a:r>
                <a:r>
                  <a:rPr lang="da-DK" dirty="0"/>
                  <a:t> </a:t>
                </a:r>
                <a:r>
                  <a:rPr lang="da-DK" dirty="0" err="1"/>
                  <a:t>that</a:t>
                </a:r>
                <a:r>
                  <a:rPr lang="da-DK" dirty="0"/>
                  <a:t> </a:t>
                </a:r>
                <a:r>
                  <a:rPr lang="da-DK" dirty="0" err="1"/>
                  <a:t>there</a:t>
                </a:r>
                <a:r>
                  <a:rPr lang="da-DK" dirty="0"/>
                  <a:t> is a </a:t>
                </a:r>
                <a:r>
                  <a:rPr lang="da-DK" dirty="0" err="1"/>
                  <a:t>zero-crossing</a:t>
                </a:r>
                <a:r>
                  <a:rPr lang="da-DK" dirty="0"/>
                  <a:t> </a:t>
                </a:r>
                <a:r>
                  <a:rPr lang="da-DK" dirty="0" err="1"/>
                  <a:t>within</a:t>
                </a:r>
                <a:r>
                  <a:rPr lang="da-DK" dirty="0"/>
                  <a:t> the new interval.</a:t>
                </a:r>
              </a:p>
              <a:p>
                <a:pPr marL="594900" lvl="1" indent="-342900">
                  <a:buFont typeface="+mj-lt"/>
                  <a:buAutoNum type="arabicPeriod"/>
                </a:pPr>
                <a:r>
                  <a:rPr lang="da-DK" dirty="0" err="1"/>
                  <a:t>Continue</a:t>
                </a:r>
                <a:r>
                  <a:rPr lang="da-DK" dirty="0"/>
                  <a:t> </a:t>
                </a:r>
                <a:r>
                  <a:rPr lang="da-DK" dirty="0" err="1"/>
                  <a:t>until</a:t>
                </a:r>
                <a:r>
                  <a:rPr lang="da-DK" dirty="0"/>
                  <a:t> step 3 is </a:t>
                </a:r>
                <a:r>
                  <a:rPr lang="da-DK" dirty="0" err="1"/>
                  <a:t>satisfied</a:t>
                </a:r>
                <a:endParaRPr lang="da-DK" dirty="0"/>
              </a:p>
            </p:txBody>
          </p:sp>
        </mc:Choice>
        <mc:Fallback xmlns="">
          <p:sp>
            <p:nvSpPr>
              <p:cNvPr id="5" name="Pladsholder til indhold 4">
                <a:extLst>
                  <a:ext uri="{FF2B5EF4-FFF2-40B4-BE49-F238E27FC236}">
                    <a16:creationId xmlns:a16="http://schemas.microsoft.com/office/drawing/2014/main" id="{C429EF23-FAD0-4EA0-9301-3AF57DA644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1057" t="-1424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54C1DFC6-A278-45E3-B4EF-5F04EE9D9A41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4B95BC1-659A-4B0A-8F43-6BB423CD8FF4}" type="datetime1">
              <a:rPr lang="da-DK" smtClean="0"/>
              <a:t>01-10-2024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3004529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F8BF48-D5F1-4DD0-990E-15C19DD60B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 err="1"/>
              <a:t>Homework</a:t>
            </a:r>
            <a:r>
              <a:rPr lang="da-DK" dirty="0"/>
              <a:t> 2: Using the </a:t>
            </a:r>
            <a:r>
              <a:rPr lang="da-DK" dirty="0" err="1"/>
              <a:t>bisection</a:t>
            </a:r>
            <a:r>
              <a:rPr lang="da-DK" dirty="0"/>
              <a:t> </a:t>
            </a:r>
            <a:r>
              <a:rPr lang="da-DK" dirty="0" err="1"/>
              <a:t>method</a:t>
            </a:r>
            <a:endParaRPr lang="da-DK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2010E3BB-EB54-4442-8AC7-674ADE981D9B}"/>
                  </a:ext>
                </a:extLst>
              </p:cNvPr>
              <p:cNvSpPr>
                <a:spLocks noGrp="1"/>
              </p:cNvSpPr>
              <p:nvPr>
                <p:ph sz="quarter" idx="13"/>
              </p:nvPr>
            </p:nvSpPr>
            <p:spPr/>
            <p:txBody>
              <a:bodyPr/>
              <a:lstStyle/>
              <a:p>
                <a:r>
                  <a:rPr lang="da-DK" dirty="0"/>
                  <a:t>Test the </a:t>
                </a:r>
                <a:r>
                  <a:rPr lang="da-DK" dirty="0" err="1"/>
                  <a:t>implementation</a:t>
                </a:r>
                <a:r>
                  <a:rPr lang="da-DK" dirty="0"/>
                  <a:t> </a:t>
                </a:r>
                <a:r>
                  <a:rPr lang="da-DK" dirty="0" err="1"/>
                  <a:t>using</a:t>
                </a:r>
                <a:r>
                  <a:rPr lang="da-DK" dirty="0"/>
                  <a:t> the </a:t>
                </a:r>
                <a:r>
                  <a:rPr lang="da-DK" dirty="0" err="1"/>
                  <a:t>function</a:t>
                </a:r>
                <a:r>
                  <a:rPr lang="da-DK" dirty="0"/>
                  <a:t> </a:t>
                </a:r>
                <a14:m>
                  <m:oMath xmlns:m="http://schemas.openxmlformats.org/officeDocument/2006/math">
                    <m:r>
                      <a:rPr lang="da-DK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) = </m:t>
                    </m:r>
                    <m:r>
                      <m:rPr>
                        <m:sty m:val="p"/>
                      </m:rPr>
                      <a:rPr lang="da-DK" i="1" dirty="0" err="1" smtClean="0">
                        <a:latin typeface="Cambria Math" panose="02040503050406030204" pitchFamily="18" charset="0"/>
                      </a:rPr>
                      <m:t>ln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a-DK" dirty="0"/>
                  <a:t> </a:t>
                </a:r>
                <a:r>
                  <a:rPr lang="da-DK" dirty="0" err="1"/>
                  <a:t>using</a:t>
                </a:r>
                <a:r>
                  <a:rPr lang="da-DK" dirty="0"/>
                  <a:t> the interval </a:t>
                </a:r>
                <a14:m>
                  <m:oMath xmlns:m="http://schemas.openxmlformats.org/officeDocument/2006/math">
                    <m:r>
                      <a:rPr lang="da-DK" i="1" dirty="0" smtClean="0">
                        <a:latin typeface="Cambria Math" panose="02040503050406030204" pitchFamily="18" charset="0"/>
                      </a:rPr>
                      <m:t>[0.</m:t>
                    </m:r>
                    <m:r>
                      <a:rPr lang="da-DK" b="0" i="1" dirty="0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, 1.</m:t>
                    </m:r>
                    <m:r>
                      <a:rPr lang="da-DK" b="0" i="1" dirty="0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da-DK" dirty="0"/>
              </a:p>
              <a:p>
                <a:pPr lvl="1"/>
                <a:r>
                  <a:rPr lang="da-DK" dirty="0" err="1"/>
                  <a:t>What</a:t>
                </a:r>
                <a:r>
                  <a:rPr lang="da-DK" dirty="0"/>
                  <a:t> is the </a:t>
                </a:r>
                <a:r>
                  <a:rPr lang="da-DK" dirty="0" err="1"/>
                  <a:t>result</a:t>
                </a:r>
                <a:r>
                  <a:rPr lang="da-DK" dirty="0"/>
                  <a:t>?</a:t>
                </a:r>
              </a:p>
              <a:p>
                <a:pPr lvl="1"/>
                <a:r>
                  <a:rPr lang="da-DK" dirty="0"/>
                  <a:t>Draw the </a:t>
                </a:r>
                <a:r>
                  <a:rPr lang="da-DK" dirty="0" err="1"/>
                  <a:t>graph</a:t>
                </a:r>
                <a:r>
                  <a:rPr lang="da-DK" dirty="0"/>
                  <a:t> of the </a:t>
                </a:r>
                <a:r>
                  <a:rPr lang="da-DK" dirty="0" err="1"/>
                  <a:t>function</a:t>
                </a:r>
                <a:r>
                  <a:rPr lang="da-DK" dirty="0"/>
                  <a:t> and </a:t>
                </a:r>
                <a:r>
                  <a:rPr lang="da-DK" dirty="0" err="1"/>
                  <a:t>verify</a:t>
                </a:r>
                <a:r>
                  <a:rPr lang="da-DK" dirty="0"/>
                  <a:t> the </a:t>
                </a:r>
                <a:r>
                  <a:rPr lang="da-DK" dirty="0" err="1"/>
                  <a:t>result</a:t>
                </a:r>
                <a:endParaRPr lang="da-DK" dirty="0"/>
              </a:p>
              <a:p>
                <a:pPr lvl="1"/>
                <a:r>
                  <a:rPr lang="da-DK" dirty="0" err="1"/>
                  <a:t>Does</a:t>
                </a:r>
                <a:r>
                  <a:rPr lang="da-DK" dirty="0"/>
                  <a:t> the </a:t>
                </a:r>
                <a:r>
                  <a:rPr lang="da-DK" dirty="0" err="1"/>
                  <a:t>function</a:t>
                </a:r>
                <a:r>
                  <a:rPr lang="da-DK" dirty="0"/>
                  <a:t> have a </a:t>
                </a:r>
                <a:r>
                  <a:rPr lang="da-DK" dirty="0" err="1"/>
                  <a:t>zero</a:t>
                </a:r>
                <a:r>
                  <a:rPr lang="da-DK" dirty="0"/>
                  <a:t> at the point </a:t>
                </a:r>
                <a:r>
                  <a:rPr lang="da-DK" dirty="0" err="1"/>
                  <a:t>found</a:t>
                </a:r>
                <a:r>
                  <a:rPr lang="da-DK" dirty="0"/>
                  <a:t>?</a:t>
                </a:r>
              </a:p>
              <a:p>
                <a:pPr lvl="1"/>
                <a:endParaRPr lang="da-DK" dirty="0"/>
              </a:p>
              <a:p>
                <a:r>
                  <a:rPr lang="da-DK" dirty="0"/>
                  <a:t>Test the </a:t>
                </a:r>
                <a:r>
                  <a:rPr lang="da-DK" dirty="0" err="1"/>
                  <a:t>implementation</a:t>
                </a:r>
                <a:r>
                  <a:rPr lang="da-DK" dirty="0"/>
                  <a:t> </a:t>
                </a:r>
                <a:r>
                  <a:rPr lang="da-DK" dirty="0" err="1"/>
                  <a:t>using</a:t>
                </a:r>
                <a:r>
                  <a:rPr lang="da-DK" dirty="0"/>
                  <a:t> the </a:t>
                </a:r>
                <a:r>
                  <a:rPr lang="da-DK" dirty="0" err="1"/>
                  <a:t>function</a:t>
                </a:r>
                <a:r>
                  <a:rPr lang="da-DK" dirty="0"/>
                  <a:t> </a:t>
                </a:r>
                <a14:m>
                  <m:oMath xmlns:m="http://schemas.openxmlformats.org/officeDocument/2006/math">
                    <m:r>
                      <a:rPr lang="da-DK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) = 1/</m:t>
                    </m:r>
                    <m:r>
                      <a:rPr lang="da-DK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da-DK" dirty="0"/>
                  <a:t> </a:t>
                </a:r>
                <a:r>
                  <a:rPr lang="da-DK" dirty="0" err="1"/>
                  <a:t>using</a:t>
                </a:r>
                <a:r>
                  <a:rPr lang="da-DK" dirty="0"/>
                  <a:t> the interval </a:t>
                </a:r>
                <a14:m>
                  <m:oMath xmlns:m="http://schemas.openxmlformats.org/officeDocument/2006/math">
                    <m:r>
                      <a:rPr lang="da-DK" i="1" dirty="0" smtClean="0">
                        <a:latin typeface="Cambria Math" panose="02040503050406030204" pitchFamily="18" charset="0"/>
                      </a:rPr>
                      <m:t>[−0.2, 0.5]</m:t>
                    </m:r>
                  </m:oMath>
                </a14:m>
                <a:endParaRPr lang="da-DK" dirty="0"/>
              </a:p>
              <a:p>
                <a:pPr lvl="1"/>
                <a:r>
                  <a:rPr lang="da-DK" dirty="0" err="1"/>
                  <a:t>What</a:t>
                </a:r>
                <a:r>
                  <a:rPr lang="da-DK" dirty="0"/>
                  <a:t> is the </a:t>
                </a:r>
                <a:r>
                  <a:rPr lang="da-DK" dirty="0" err="1"/>
                  <a:t>result</a:t>
                </a:r>
                <a:r>
                  <a:rPr lang="da-DK" dirty="0"/>
                  <a:t>?</a:t>
                </a:r>
              </a:p>
              <a:p>
                <a:pPr lvl="1"/>
                <a:r>
                  <a:rPr lang="da-DK" dirty="0"/>
                  <a:t>Draw the </a:t>
                </a:r>
                <a:r>
                  <a:rPr lang="da-DK" dirty="0" err="1"/>
                  <a:t>graph</a:t>
                </a:r>
                <a:r>
                  <a:rPr lang="da-DK" dirty="0"/>
                  <a:t> of the </a:t>
                </a:r>
                <a:r>
                  <a:rPr lang="da-DK" dirty="0" err="1"/>
                  <a:t>function</a:t>
                </a:r>
                <a:r>
                  <a:rPr lang="da-DK" dirty="0"/>
                  <a:t> and </a:t>
                </a:r>
                <a:r>
                  <a:rPr lang="da-DK" dirty="0" err="1"/>
                  <a:t>verify</a:t>
                </a:r>
                <a:r>
                  <a:rPr lang="da-DK" dirty="0"/>
                  <a:t> the </a:t>
                </a:r>
                <a:r>
                  <a:rPr lang="da-DK" dirty="0" err="1"/>
                  <a:t>result</a:t>
                </a:r>
                <a:endParaRPr lang="da-DK" dirty="0"/>
              </a:p>
              <a:p>
                <a:pPr lvl="1"/>
                <a:r>
                  <a:rPr lang="da-DK" dirty="0" err="1"/>
                  <a:t>Does</a:t>
                </a:r>
                <a:r>
                  <a:rPr lang="da-DK" dirty="0"/>
                  <a:t> the </a:t>
                </a:r>
                <a:r>
                  <a:rPr lang="da-DK" dirty="0" err="1"/>
                  <a:t>function</a:t>
                </a:r>
                <a:r>
                  <a:rPr lang="da-DK" dirty="0"/>
                  <a:t> have a </a:t>
                </a:r>
                <a:r>
                  <a:rPr lang="da-DK" dirty="0" err="1"/>
                  <a:t>zero</a:t>
                </a:r>
                <a:r>
                  <a:rPr lang="da-DK" dirty="0"/>
                  <a:t> at the point </a:t>
                </a:r>
                <a:r>
                  <a:rPr lang="da-DK" dirty="0" err="1"/>
                  <a:t>found</a:t>
                </a:r>
                <a:r>
                  <a:rPr lang="da-DK" dirty="0"/>
                  <a:t>?</a:t>
                </a:r>
              </a:p>
            </p:txBody>
          </p:sp>
        </mc:Choice>
        <mc:Fallback xmlns="">
          <p:sp>
            <p:nvSpPr>
              <p:cNvPr id="3" name="Pladsholder til indhold 2">
                <a:extLst>
                  <a:ext uri="{FF2B5EF4-FFF2-40B4-BE49-F238E27FC236}">
                    <a16:creationId xmlns:a16="http://schemas.microsoft.com/office/drawing/2014/main" id="{2010E3BB-EB54-4442-8AC7-674ADE981D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3"/>
              </p:nvPr>
            </p:nvSpPr>
            <p:spPr>
              <a:blipFill>
                <a:blip r:embed="rId2"/>
                <a:stretch>
                  <a:fillRect l="-1057" t="-1424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CD84A811-01EB-4090-9EEF-A48653AE8F92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6C57CB3-0C30-407C-8263-5201075693C6}" type="datetime1">
              <a:rPr lang="da-DK" smtClean="0"/>
              <a:t>01-10-2024</a:t>
            </a:fld>
            <a:endParaRPr lang="da-DK" dirty="0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1D9D8B4C-1CDA-4A03-BDCA-4C8749945FC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45D37B1E-C366-494F-A587-962AD9AABC83}" type="slidenum">
              <a:rPr lang="da-DK" smtClean="0"/>
              <a:pPr/>
              <a:t>5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341038038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SDU">
      <a:dk1>
        <a:srgbClr val="000000"/>
      </a:dk1>
      <a:lt1>
        <a:srgbClr val="FFFFFF"/>
      </a:lt1>
      <a:dk2>
        <a:srgbClr val="7A6040"/>
      </a:dk2>
      <a:lt2>
        <a:srgbClr val="DDCBA4"/>
      </a:lt2>
      <a:accent1>
        <a:srgbClr val="AEB862"/>
      </a:accent1>
      <a:accent2>
        <a:srgbClr val="789D4A"/>
      </a:accent2>
      <a:accent3>
        <a:srgbClr val="F2C75C"/>
      </a:accent3>
      <a:accent4>
        <a:srgbClr val="E07E3C"/>
      </a:accent4>
      <a:accent5>
        <a:srgbClr val="E1BBB4"/>
      </a:accent5>
      <a:accent6>
        <a:srgbClr val="D05A57"/>
      </a:accent6>
      <a:hlink>
        <a:srgbClr val="0563C1"/>
      </a:hlink>
      <a:folHlink>
        <a:srgbClr val="954F72"/>
      </a:folHlink>
    </a:clrScheme>
    <a:fontScheme name="SD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solidFill>
            <a:schemeClr val="accent1"/>
          </a:solidFill>
        </a:ln>
      </a:spPr>
      <a:bodyPr lIns="72000" tIns="72000" rIns="72000" bIns="72000" rtlCol="0" anchor="ctr"/>
      <a:lstStyle>
        <a:defPPr algn="ctr">
          <a:defRPr sz="1600" dirty="0" err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sz="1600" dirty="0" err="1"/>
        </a:defPPr>
      </a:lstStyle>
    </a:txDef>
  </a:objectDefaults>
  <a:extraClrSchemeLst/>
  <a:custClrLst>
    <a:custClr name="Grøn 1">
      <a:srgbClr val="4E5B31"/>
    </a:custClr>
    <a:custClr name="Grøn 2">
      <a:srgbClr val="789D4A"/>
    </a:custClr>
    <a:custClr name="Grøn 3">
      <a:srgbClr val="AEB862"/>
    </a:custClr>
    <a:custClr name="Grøn 4">
      <a:srgbClr val="EAE7B9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Orange 1">
      <a:srgbClr val="D38235"/>
    </a:custClr>
    <a:custClr name="Orange 2">
      <a:srgbClr val="E0A526"/>
    </a:custClr>
    <a:custClr name="Orange 3">
      <a:srgbClr val="EED484"/>
    </a:custClr>
    <a:custClr name="Orange 4">
      <a:srgbClr val="FCF0C4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ød 1">
      <a:srgbClr val="862633"/>
    </a:custClr>
    <a:custClr name="Rød 2">
      <a:srgbClr val="D05A57"/>
    </a:custClr>
    <a:custClr name="Rød 3">
      <a:srgbClr val="E1BBB4"/>
    </a:custClr>
    <a:custClr name="Rød 4">
      <a:srgbClr val="F4E2DE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Brun 1">
      <a:srgbClr val="473729"/>
    </a:custClr>
    <a:custClr name="Brun 2">
      <a:srgbClr val="946037"/>
    </a:custClr>
    <a:custClr name="Brun 3">
      <a:srgbClr val="DDCBA4"/>
    </a:custClr>
    <a:custClr name="Brun 4">
      <a:srgbClr val="EFE5D1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Sort">
      <a:srgbClr val="000000"/>
    </a:custClr>
    <a:custClr name="Hvid">
      <a:srgbClr val="FFFFFF"/>
    </a:custClr>
  </a:custClrLst>
  <a:extLst>
    <a:ext uri="{05A4C25C-085E-4340-85A3-A5531E510DB2}">
      <thm15:themeFamily xmlns:thm15="http://schemas.microsoft.com/office/thememl/2012/main" name="SDU widescreen.potx" id="{1C4F8E8D-0334-4267-96F7-9CAC143C1229}" vid="{6887ADA9-E5D5-4F4B-ACE2-4324069191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custClrLst>
    <a:custClr name="Grøn 1">
      <a:srgbClr val="4E5B31"/>
    </a:custClr>
    <a:custClr name="Grøn 2">
      <a:srgbClr val="789D4A"/>
    </a:custClr>
    <a:custClr name="Grøn 3">
      <a:srgbClr val="AEB862"/>
    </a:custClr>
    <a:custClr name="Grøn 4">
      <a:srgbClr val="EAE7B9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Orange 1">
      <a:srgbClr val="D38235"/>
    </a:custClr>
    <a:custClr name="Orange 2">
      <a:srgbClr val="E0A526"/>
    </a:custClr>
    <a:custClr name="Orange 3">
      <a:srgbClr val="EED484"/>
    </a:custClr>
    <a:custClr name="Orange 4">
      <a:srgbClr val="FCF0C4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ød 1">
      <a:srgbClr val="862633"/>
    </a:custClr>
    <a:custClr name="Rød 2">
      <a:srgbClr val="D05A57"/>
    </a:custClr>
    <a:custClr name="Rød 3">
      <a:srgbClr val="E1BBB4"/>
    </a:custClr>
    <a:custClr name="Rød 4">
      <a:srgbClr val="F4E2DE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Brun 1">
      <a:srgbClr val="473729"/>
    </a:custClr>
    <a:custClr name="Brun 2">
      <a:srgbClr val="946037"/>
    </a:custClr>
    <a:custClr name="Brun 3">
      <a:srgbClr val="DDCBA4"/>
    </a:custClr>
    <a:custClr name="Brun 4">
      <a:srgbClr val="EFE5D1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Sort">
      <a:srgbClr val="000000"/>
    </a:custClr>
    <a:custClr name="Hvid">
      <a:srgbClr val="FFFFFF"/>
    </a:custClr>
  </a:custClr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TemplafyTemplateConfiguration><![CDATA[{"elementsMetadata":[{"type":"shape","id":"3e2959a4-9c7b-4913-bd7f-81e0a04882c6","elementConfiguration":{"format":"{{DateFormats.MonthYear}}","binding":"Form.Date","disableUpdates":false,"type":"date"}},{"type":"shape","id":"5e2609e4-4f28-435a-9219-c4a948b20dfb","elementConfiguration":{"binding":"UserProfile.Institut.InstituteDCU_{{DocumentLanguage}}","disableUpdates":false,"type":"text"}},{"type":"shape","id":"d5dfd6e3-85e8-4de8-9bfd-389d277af4bc","elementConfiguration":{"binding":"UserProfile.Institut.InstituteDCU_{{DocumentLanguage}}","disableUpdates":false,"type":"text"}},{"type":"shape","id":"79d43f5b-cef5-4eb9-8f33-4aa3e16a18f6","elementConfiguration":{"format":"{{DateFormats.MonthYear}}","binding":"Form.Date","disableUpdates":false,"type":"date"}},{"type":"shape","id":"9d573fd4-cf4b-479d-893a-9bcbbae12655","elementConfiguration":{"binding":"UserProfile.Institut.InstituteDCU_{{DocumentLanguage}}","disableUpdates":false,"type":"text"}},{"type":"shape","id":"c249ef5c-67e3-432b-8534-c8da5456a5c2","elementConfiguration":{"format":"{{DateFormats.MonthYear}}","binding":"Form.Date","disableUpdates":false,"type":"date"}},{"type":"shape","id":"3205a1c5-cf10-4945-9db2-f523c9bea0c2","elementConfiguration":{"binding":"UserProfile.Institut.InstituteDCU_{{DocumentLanguage}}","disableUpdates":false,"type":"text"}},{"type":"shape","id":"6f63d1bc-30a3-4f7f-9f9f-92578a947405","elementConfiguration":{"format":"{{DateFormats.MonthYear}}","binding":"Form.Date","disableUpdates":false,"type":"date"}},{"type":"shape","id":"78a77059-cf02-45a1-aa4a-54ffbf1a1dfc","elementConfiguration":{"format":"{{DateFormats.MonthYear}}","binding":"Form.Date","disableUpdates":false,"type":"date"}},{"type":"shape","id":"ca95519b-f4ce-45f1-8791-07ae750c0375","elementConfiguration":{"binding":"UserProfile.Institut.InstituteDCU_{{DocumentLanguage}}","disableUpdates":false,"type":"text"}},{"type":"shape","id":"23a482f1-eb6d-4265-ab2e-dbedf301a4c9","elementConfiguration":{"binding":"UserProfile.Institut.InstituteDCU_{{DocumentLanguage}}","disableUpdates":false,"type":"text"}},{"type":"shape","id":"7dc3f7ec-f4ee-40f0-a498-58c79540f705","elementConfiguration":{"binding":"UserProfile.Institut.InstituteDCU_{{DocumentLanguage}}","disableUpdates":false,"type":"text"}},{"type":"shape","id":"85253747-3ee0-4621-b7a8-883b44bb281c","elementConfiguration":{"format":"{{DateFormats.MonthYear}}","binding":"Form.Date","disableUpdates":false,"type":"date"}}],"transformationConfigurations":[{"language":"{{DocumentLanguage}}","disableUpdates":false,"type":"proofingLanguage"}],"templateName":"","templateDescription":"","enableDocumentContentUpdater":true,"version":"1.3"}]]></TemplafyTemplateConfiguration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SlideTemplateConfiguration><![CDATA[{"documentContentValidatorConfiguration":{"enableDocumentContentValidator":false,"documentContentValidatorVersion":0},"elementsMetadata":[],"slideId":"636891895634292862","enableDocumentContentUpdater":true,"version":"1.3"}]]></TemplafySlideTemplateConfiguration>
</file>

<file path=customXml/item4.xml><?xml version="1.0" encoding="utf-8"?>
<TemplafyFormConfiguration><![CDATA[{"formFields":[{"required":false,"helpTexts":{"prefix":"","postfix":""},"spacing":{},"type":"datePicker","name":"Date","label":"Date","fullyQualifiedName":"Date"}],"formDataEntries":[{"name":"Date","value":"XizyF5/6Fy8rEh6O4f4zYg=="}]}]]></TemplafyFormConfiguration>
</file>

<file path=customXml/itemProps1.xml><?xml version="1.0" encoding="utf-8"?>
<ds:datastoreItem xmlns:ds="http://schemas.openxmlformats.org/officeDocument/2006/customXml" ds:itemID="{C484C70F-0F64-4774-853F-19FDF7E1F81D}">
  <ds:schemaRefs/>
</ds:datastoreItem>
</file>

<file path=customXml/itemProps2.xml><?xml version="1.0" encoding="utf-8"?>
<ds:datastoreItem xmlns:ds="http://schemas.openxmlformats.org/officeDocument/2006/customXml" ds:itemID="{43723FED-A2E0-415E-8B28-139637BC092B}">
  <ds:schemaRefs/>
</ds:datastoreItem>
</file>

<file path=customXml/itemProps3.xml><?xml version="1.0" encoding="utf-8"?>
<ds:datastoreItem xmlns:ds="http://schemas.openxmlformats.org/officeDocument/2006/customXml" ds:itemID="{80A386E5-FB57-411F-ACEC-E4C4608EF981}">
  <ds:schemaRefs/>
</ds:datastoreItem>
</file>

<file path=customXml/itemProps4.xml><?xml version="1.0" encoding="utf-8"?>
<ds:datastoreItem xmlns:ds="http://schemas.openxmlformats.org/officeDocument/2006/customXml" ds:itemID="{C5CD5A01-6378-494D-B71B-D23DEC9A120C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SDU widescreen dateA</Template>
  <TotalTime>0</TotalTime>
  <Words>412</Words>
  <Application>Microsoft Office PowerPoint</Application>
  <PresentationFormat>Widescreen</PresentationFormat>
  <Paragraphs>38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Cambria Math</vt:lpstr>
      <vt:lpstr>Courier New</vt:lpstr>
      <vt:lpstr>Wingdings</vt:lpstr>
      <vt:lpstr>Blank</vt:lpstr>
      <vt:lpstr>Robotteknologiske metoder (MMP)  Lektion 5 - Matlab</vt:lpstr>
      <vt:lpstr>Loops: while</vt:lpstr>
      <vt:lpstr>Break</vt:lpstr>
      <vt:lpstr>Homework 1: Bisection method (root finding)</vt:lpstr>
      <vt:lpstr>Homework 2: Using the bisection method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2019-01-15T10:32:39Z</dcterms:created>
  <dcterms:modified xsi:type="dcterms:W3CDTF">2024-10-01T06:16:03Z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fyTimeStamp">
    <vt:lpwstr>2019-03-26T09:32:31.2904676Z</vt:lpwstr>
  </property>
  <property fmtid="{D5CDD505-2E9C-101B-9397-08002B2CF9AE}" pid="3" name="TemplafyTenantId">
    <vt:lpwstr>sdu</vt:lpwstr>
  </property>
  <property fmtid="{D5CDD505-2E9C-101B-9397-08002B2CF9AE}" pid="4" name="TemplafyTemplateId">
    <vt:lpwstr>636891894186761813</vt:lpwstr>
  </property>
  <property fmtid="{D5CDD505-2E9C-101B-9397-08002B2CF9AE}" pid="5" name="TemplafyUserProfileId">
    <vt:lpwstr>636195483440471890</vt:lpwstr>
  </property>
  <property fmtid="{D5CDD505-2E9C-101B-9397-08002B2CF9AE}" pid="6" name="TemplafyLanguageCode">
    <vt:lpwstr>da-DK</vt:lpwstr>
  </property>
</Properties>
</file>